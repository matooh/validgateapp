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1"/>
  </p:notesMasterIdLst>
  <p:sldIdLst>
    <p:sldId id="266" r:id="rId2"/>
    <p:sldId id="268" r:id="rId3"/>
    <p:sldId id="264" r:id="rId4"/>
    <p:sldId id="267" r:id="rId5"/>
    <p:sldId id="269" r:id="rId6"/>
    <p:sldId id="281" r:id="rId7"/>
    <p:sldId id="270" r:id="rId8"/>
    <p:sldId id="297" r:id="rId9"/>
    <p:sldId id="271" r:id="rId10"/>
    <p:sldId id="287" r:id="rId11"/>
    <p:sldId id="272" r:id="rId12"/>
    <p:sldId id="273" r:id="rId13"/>
    <p:sldId id="274" r:id="rId14"/>
    <p:sldId id="289" r:id="rId15"/>
    <p:sldId id="275" r:id="rId16"/>
    <p:sldId id="276" r:id="rId17"/>
    <p:sldId id="277" r:id="rId18"/>
    <p:sldId id="288" r:id="rId19"/>
    <p:sldId id="279" r:id="rId20"/>
    <p:sldId id="280" r:id="rId21"/>
    <p:sldId id="282" r:id="rId22"/>
    <p:sldId id="290" r:id="rId23"/>
    <p:sldId id="295" r:id="rId24"/>
    <p:sldId id="293" r:id="rId25"/>
    <p:sldId id="294" r:id="rId26"/>
    <p:sldId id="291" r:id="rId27"/>
    <p:sldId id="292" r:id="rId28"/>
    <p:sldId id="296" r:id="rId29"/>
    <p:sldId id="285" r:id="rId30"/>
  </p:sldIdLst>
  <p:sldSz cx="9144000" cy="6858000" type="letter"/>
  <p:notesSz cx="6858000" cy="9144000"/>
  <p:defaultText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0000"/>
    <a:srgbClr val="E9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861"/>
    <p:restoredTop sz="80145" autoAdjust="0"/>
  </p:normalViewPr>
  <p:slideViewPr>
    <p:cSldViewPr snapToGrid="0" snapToObjects="1">
      <p:cViewPr varScale="1">
        <p:scale>
          <a:sx n="88" d="100"/>
          <a:sy n="88" d="100"/>
        </p:scale>
        <p:origin x="20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YES BETTANCOURT MATÍAS I" userId="d3dbd50a-6c4b-4758-986a-7b2e0f943e08" providerId="ADAL" clId="{9B6448A4-7F56-4B77-8768-C9F100E971B5}"/>
    <pc:docChg chg="undo redo custSel addSld delSld modSld sldOrd">
      <pc:chgData name="REYES BETTANCOURT MATÍAS I" userId="d3dbd50a-6c4b-4758-986a-7b2e0f943e08" providerId="ADAL" clId="{9B6448A4-7F56-4B77-8768-C9F100E971B5}" dt="2026-07-11T06:33:02.744" v="5397" actId="14100"/>
      <pc:docMkLst>
        <pc:docMk/>
      </pc:docMkLst>
      <pc:sldChg chg="addSp delSp modSp mod modNotesTx">
        <pc:chgData name="REYES BETTANCOURT MATÍAS I" userId="d3dbd50a-6c4b-4758-986a-7b2e0f943e08" providerId="ADAL" clId="{9B6448A4-7F56-4B77-8768-C9F100E971B5}" dt="2026-07-11T06:33:02.744" v="5397" actId="14100"/>
        <pc:sldMkLst>
          <pc:docMk/>
          <pc:sldMk cId="1578458556" sldId="270"/>
        </pc:sldMkLst>
        <pc:graphicFrameChg chg="del modGraphic">
          <ac:chgData name="REYES BETTANCOURT MATÍAS I" userId="d3dbd50a-6c4b-4758-986a-7b2e0f943e08" providerId="ADAL" clId="{9B6448A4-7F56-4B77-8768-C9F100E971B5}" dt="2026-07-11T06:32:55.494" v="5392" actId="478"/>
          <ac:graphicFrameMkLst>
            <pc:docMk/>
            <pc:sldMk cId="1578458556" sldId="270"/>
            <ac:graphicFrameMk id="3" creationId="{C7210A96-CBF4-F16D-D3F8-08651D9FF62C}"/>
          </ac:graphicFrameMkLst>
        </pc:graphicFrameChg>
        <pc:picChg chg="add mod">
          <ac:chgData name="REYES BETTANCOURT MATÍAS I" userId="d3dbd50a-6c4b-4758-986a-7b2e0f943e08" providerId="ADAL" clId="{9B6448A4-7F56-4B77-8768-C9F100E971B5}" dt="2026-07-11T06:33:02.744" v="5397" actId="14100"/>
          <ac:picMkLst>
            <pc:docMk/>
            <pc:sldMk cId="1578458556" sldId="270"/>
            <ac:picMk id="5" creationId="{122B6154-E779-F40F-FC92-D6B7BECDBA25}"/>
          </ac:picMkLst>
        </pc:picChg>
      </pc:sldChg>
      <pc:sldChg chg="add mod modShow">
        <pc:chgData name="REYES BETTANCOURT MATÍAS I" userId="d3dbd50a-6c4b-4758-986a-7b2e0f943e08" providerId="ADAL" clId="{9B6448A4-7F56-4B77-8768-C9F100E971B5}" dt="2026-07-11T06:32:50.193" v="5390" actId="729"/>
        <pc:sldMkLst>
          <pc:docMk/>
          <pc:sldMk cId="2849475172" sldId="297"/>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CC8282E-3796-4FBA-B44E-BD5490DD2371}" type="doc">
      <dgm:prSet loTypeId="urn:microsoft.com/office/officeart/2005/8/layout/process1" loCatId="process" qsTypeId="urn:microsoft.com/office/officeart/2005/8/quickstyle/simple1#1" qsCatId="simple" csTypeId="urn:microsoft.com/office/officeart/2005/8/colors/accent1_2#1" csCatId="accent1" phldr="1"/>
      <dgm:spPr/>
      <dgm:t>
        <a:bodyPr/>
        <a:lstStyle/>
        <a:p>
          <a:endParaRPr lang="es-CL"/>
        </a:p>
      </dgm:t>
    </dgm:pt>
    <dgm:pt modelId="{FBAE80CC-8768-4E28-A826-4A128C9CDFBE}">
      <dgm:prSet phldrT="[Texto]"/>
      <dgm:spPr/>
      <dgm:t>
        <a:bodyPr/>
        <a:lstStyle/>
        <a:p>
          <a:pPr>
            <a:buNone/>
          </a:pPr>
          <a:r>
            <a:rPr lang="es-CL" dirty="0"/>
            <a:t>Definición del alcance</a:t>
          </a:r>
        </a:p>
      </dgm:t>
    </dgm:pt>
    <dgm:pt modelId="{376E55C6-EB5E-46FC-A6DC-D2A5EF07437D}" type="sibTrans" cxnId="{9BA12636-6F7B-461A-B0B5-96869D5DEA6F}">
      <dgm:prSet/>
      <dgm:spPr/>
      <dgm:t>
        <a:bodyPr/>
        <a:lstStyle/>
        <a:p>
          <a:endParaRPr lang="es-CL" dirty="0"/>
        </a:p>
      </dgm:t>
    </dgm:pt>
    <dgm:pt modelId="{D54A5A71-2C37-4013-8173-232EBE7B8096}" type="parTrans" cxnId="{9BA12636-6F7B-461A-B0B5-96869D5DEA6F}">
      <dgm:prSet/>
      <dgm:spPr/>
      <dgm:t>
        <a:bodyPr/>
        <a:lstStyle/>
        <a:p>
          <a:endParaRPr lang="es-CL"/>
        </a:p>
      </dgm:t>
    </dgm:pt>
    <dgm:pt modelId="{1974BA0E-0659-4E0C-A9BC-6BF1395E583C}">
      <dgm:prSet phldrT="[Texto]"/>
      <dgm:spPr/>
      <dgm:t>
        <a:bodyPr/>
        <a:lstStyle/>
        <a:p>
          <a:pPr>
            <a:buNone/>
          </a:pPr>
          <a:r>
            <a:rPr lang="es-CL" dirty="0"/>
            <a:t>Análisis y diseño</a:t>
          </a:r>
        </a:p>
      </dgm:t>
    </dgm:pt>
    <dgm:pt modelId="{6309133B-E372-47D8-B5B4-F849DACE6E58}" type="sibTrans" cxnId="{819E3B17-BC86-4D4C-B483-DF42F1EB25CD}">
      <dgm:prSet/>
      <dgm:spPr/>
      <dgm:t>
        <a:bodyPr/>
        <a:lstStyle/>
        <a:p>
          <a:endParaRPr lang="es-CL" dirty="0"/>
        </a:p>
      </dgm:t>
    </dgm:pt>
    <dgm:pt modelId="{8BEA7353-7723-4F17-A483-26F702B4ED2A}" type="parTrans" cxnId="{819E3B17-BC86-4D4C-B483-DF42F1EB25CD}">
      <dgm:prSet/>
      <dgm:spPr/>
      <dgm:t>
        <a:bodyPr/>
        <a:lstStyle/>
        <a:p>
          <a:endParaRPr lang="es-CL"/>
        </a:p>
      </dgm:t>
    </dgm:pt>
    <dgm:pt modelId="{48C3756D-BB3C-4919-8547-BC924201F388}">
      <dgm:prSet phldrT="[Texto]"/>
      <dgm:spPr/>
      <dgm:t>
        <a:bodyPr/>
        <a:lstStyle/>
        <a:p>
          <a:pPr>
            <a:buNone/>
          </a:pPr>
          <a:r>
            <a:rPr lang="es-CL" dirty="0"/>
            <a:t>Desarrollo MVP</a:t>
          </a:r>
        </a:p>
      </dgm:t>
    </dgm:pt>
    <dgm:pt modelId="{597CC426-C403-4E6C-91E9-78072F5B387F}" type="sibTrans" cxnId="{D9A8579D-0929-48E8-B8DF-B32450F73A2B}">
      <dgm:prSet/>
      <dgm:spPr/>
      <dgm:t>
        <a:bodyPr/>
        <a:lstStyle/>
        <a:p>
          <a:endParaRPr lang="es-CL" dirty="0"/>
        </a:p>
      </dgm:t>
    </dgm:pt>
    <dgm:pt modelId="{8FC0E658-D4DB-403C-96C9-68C5415F619E}" type="parTrans" cxnId="{D9A8579D-0929-48E8-B8DF-B32450F73A2B}">
      <dgm:prSet/>
      <dgm:spPr/>
      <dgm:t>
        <a:bodyPr/>
        <a:lstStyle/>
        <a:p>
          <a:endParaRPr lang="es-CL"/>
        </a:p>
      </dgm:t>
    </dgm:pt>
    <dgm:pt modelId="{C831F6CC-5A9C-4EE0-A0C4-FAABA2AE4D88}">
      <dgm:prSet phldrT="[Texto]"/>
      <dgm:spPr/>
      <dgm:t>
        <a:bodyPr/>
        <a:lstStyle/>
        <a:p>
          <a:pPr>
            <a:buNone/>
          </a:pPr>
          <a:r>
            <a:rPr lang="es-CL" dirty="0"/>
            <a:t>Validación </a:t>
          </a:r>
        </a:p>
      </dgm:t>
    </dgm:pt>
    <dgm:pt modelId="{3FE4F395-B8C4-4D69-90F0-462F881A4CE6}" type="sibTrans" cxnId="{7E5DC4A6-B2CB-449A-B101-7EF7F194BCDC}">
      <dgm:prSet/>
      <dgm:spPr/>
      <dgm:t>
        <a:bodyPr/>
        <a:lstStyle/>
        <a:p>
          <a:endParaRPr lang="es-CL" dirty="0"/>
        </a:p>
      </dgm:t>
    </dgm:pt>
    <dgm:pt modelId="{50AA44B9-2E47-4438-95EB-8A7E2A219B36}" type="parTrans" cxnId="{7E5DC4A6-B2CB-449A-B101-7EF7F194BCDC}">
      <dgm:prSet/>
      <dgm:spPr/>
      <dgm:t>
        <a:bodyPr/>
        <a:lstStyle/>
        <a:p>
          <a:endParaRPr lang="es-CL"/>
        </a:p>
      </dgm:t>
    </dgm:pt>
    <dgm:pt modelId="{F5C0E816-5E20-407A-A6D3-5288FA404486}">
      <dgm:prSet phldrT="[Texto]"/>
      <dgm:spPr/>
      <dgm:t>
        <a:bodyPr/>
        <a:lstStyle/>
        <a:p>
          <a:pPr>
            <a:buNone/>
          </a:pPr>
          <a:r>
            <a:rPr lang="es-CL" dirty="0"/>
            <a:t>Cierre</a:t>
          </a:r>
        </a:p>
      </dgm:t>
    </dgm:pt>
    <dgm:pt modelId="{CE94D500-B8FA-4963-A634-BDE3E3B0CEC9}" type="sibTrans" cxnId="{0F33C7ED-ABD9-4E2C-8A4C-A8F8A02F0B98}">
      <dgm:prSet/>
      <dgm:spPr/>
      <dgm:t>
        <a:bodyPr/>
        <a:lstStyle/>
        <a:p>
          <a:endParaRPr lang="es-CL"/>
        </a:p>
      </dgm:t>
    </dgm:pt>
    <dgm:pt modelId="{CDC71B9F-9774-4336-869E-30329775F5A6}" type="parTrans" cxnId="{0F33C7ED-ABD9-4E2C-8A4C-A8F8A02F0B98}">
      <dgm:prSet/>
      <dgm:spPr/>
      <dgm:t>
        <a:bodyPr/>
        <a:lstStyle/>
        <a:p>
          <a:endParaRPr lang="es-CL"/>
        </a:p>
      </dgm:t>
    </dgm:pt>
    <dgm:pt modelId="{7B4E4A9D-3705-46BF-8A85-6D1852807EA1}" type="pres">
      <dgm:prSet presAssocID="{FCC8282E-3796-4FBA-B44E-BD5490DD2371}" presName="Name0" presStyleCnt="0">
        <dgm:presLayoutVars>
          <dgm:dir/>
          <dgm:resizeHandles val="exact"/>
        </dgm:presLayoutVars>
      </dgm:prSet>
      <dgm:spPr/>
    </dgm:pt>
    <dgm:pt modelId="{E1D607B1-C91C-4BDA-B140-9BEE4E067B14}" type="pres">
      <dgm:prSet presAssocID="{FBAE80CC-8768-4E28-A826-4A128C9CDFBE}" presName="node" presStyleLbl="node1" presStyleIdx="0" presStyleCnt="5">
        <dgm:presLayoutVars>
          <dgm:bulletEnabled val="1"/>
        </dgm:presLayoutVars>
      </dgm:prSet>
      <dgm:spPr/>
    </dgm:pt>
    <dgm:pt modelId="{16269CEC-3A8E-4E70-894D-1AE9576F2B1F}" type="pres">
      <dgm:prSet presAssocID="{376E55C6-EB5E-46FC-A6DC-D2A5EF07437D}" presName="sibTrans" presStyleLbl="sibTrans2D1" presStyleIdx="0" presStyleCnt="4"/>
      <dgm:spPr/>
    </dgm:pt>
    <dgm:pt modelId="{749159D9-D6C0-40EA-B25C-1FB35B4F39D3}" type="pres">
      <dgm:prSet presAssocID="{376E55C6-EB5E-46FC-A6DC-D2A5EF07437D}" presName="connectorText" presStyleLbl="sibTrans2D1" presStyleIdx="0" presStyleCnt="4"/>
      <dgm:spPr/>
    </dgm:pt>
    <dgm:pt modelId="{8D17A681-F499-41A4-A089-D0792CF6B890}" type="pres">
      <dgm:prSet presAssocID="{1974BA0E-0659-4E0C-A9BC-6BF1395E583C}" presName="node" presStyleLbl="node1" presStyleIdx="1" presStyleCnt="5">
        <dgm:presLayoutVars>
          <dgm:bulletEnabled val="1"/>
        </dgm:presLayoutVars>
      </dgm:prSet>
      <dgm:spPr/>
    </dgm:pt>
    <dgm:pt modelId="{17EB94BD-C94C-46E4-97F2-D38B49C7DBDF}" type="pres">
      <dgm:prSet presAssocID="{6309133B-E372-47D8-B5B4-F849DACE6E58}" presName="sibTrans" presStyleLbl="sibTrans2D1" presStyleIdx="1" presStyleCnt="4"/>
      <dgm:spPr/>
    </dgm:pt>
    <dgm:pt modelId="{DD3892EC-2943-479A-A4D9-B04E0102111F}" type="pres">
      <dgm:prSet presAssocID="{6309133B-E372-47D8-B5B4-F849DACE6E58}" presName="connectorText" presStyleLbl="sibTrans2D1" presStyleIdx="1" presStyleCnt="4"/>
      <dgm:spPr/>
    </dgm:pt>
    <dgm:pt modelId="{C078F36E-996D-4E40-A080-260F489CB459}" type="pres">
      <dgm:prSet presAssocID="{48C3756D-BB3C-4919-8547-BC924201F388}" presName="node" presStyleLbl="node1" presStyleIdx="2" presStyleCnt="5">
        <dgm:presLayoutVars>
          <dgm:bulletEnabled val="1"/>
        </dgm:presLayoutVars>
      </dgm:prSet>
      <dgm:spPr/>
    </dgm:pt>
    <dgm:pt modelId="{FC9FDD47-2A70-4B36-9913-21F73FD55D0E}" type="pres">
      <dgm:prSet presAssocID="{597CC426-C403-4E6C-91E9-78072F5B387F}" presName="sibTrans" presStyleLbl="sibTrans2D1" presStyleIdx="2" presStyleCnt="4"/>
      <dgm:spPr/>
    </dgm:pt>
    <dgm:pt modelId="{4F4C113B-81E1-410A-BFAA-DD07166EB9B2}" type="pres">
      <dgm:prSet presAssocID="{597CC426-C403-4E6C-91E9-78072F5B387F}" presName="connectorText" presStyleLbl="sibTrans2D1" presStyleIdx="2" presStyleCnt="4"/>
      <dgm:spPr/>
    </dgm:pt>
    <dgm:pt modelId="{8FB75AE1-047B-42BE-BE24-4ED28C331664}" type="pres">
      <dgm:prSet presAssocID="{C831F6CC-5A9C-4EE0-A0C4-FAABA2AE4D88}" presName="node" presStyleLbl="node1" presStyleIdx="3" presStyleCnt="5">
        <dgm:presLayoutVars>
          <dgm:bulletEnabled val="1"/>
        </dgm:presLayoutVars>
      </dgm:prSet>
      <dgm:spPr/>
    </dgm:pt>
    <dgm:pt modelId="{71265431-C12F-47E6-9DA5-8D845FE38BA5}" type="pres">
      <dgm:prSet presAssocID="{3FE4F395-B8C4-4D69-90F0-462F881A4CE6}" presName="sibTrans" presStyleLbl="sibTrans2D1" presStyleIdx="3" presStyleCnt="4"/>
      <dgm:spPr/>
    </dgm:pt>
    <dgm:pt modelId="{E4016A75-17E8-46B1-BE9D-68658081176F}" type="pres">
      <dgm:prSet presAssocID="{3FE4F395-B8C4-4D69-90F0-462F881A4CE6}" presName="connectorText" presStyleLbl="sibTrans2D1" presStyleIdx="3" presStyleCnt="4"/>
      <dgm:spPr/>
    </dgm:pt>
    <dgm:pt modelId="{9ED64D66-945B-44D4-935F-BD12075857CD}" type="pres">
      <dgm:prSet presAssocID="{F5C0E816-5E20-407A-A6D3-5288FA404486}" presName="node" presStyleLbl="node1" presStyleIdx="4" presStyleCnt="5">
        <dgm:presLayoutVars>
          <dgm:bulletEnabled val="1"/>
        </dgm:presLayoutVars>
      </dgm:prSet>
      <dgm:spPr/>
    </dgm:pt>
  </dgm:ptLst>
  <dgm:cxnLst>
    <dgm:cxn modelId="{1C0D7301-B034-4BC8-B246-CDF2B2E01DAC}" type="presOf" srcId="{597CC426-C403-4E6C-91E9-78072F5B387F}" destId="{4F4C113B-81E1-410A-BFAA-DD07166EB9B2}" srcOrd="1" destOrd="0" presId="urn:microsoft.com/office/officeart/2005/8/layout/process1"/>
    <dgm:cxn modelId="{3DAAE80C-07D5-45B2-A110-224B70EFE164}" type="presOf" srcId="{376E55C6-EB5E-46FC-A6DC-D2A5EF07437D}" destId="{16269CEC-3A8E-4E70-894D-1AE9576F2B1F}" srcOrd="0" destOrd="0" presId="urn:microsoft.com/office/officeart/2005/8/layout/process1"/>
    <dgm:cxn modelId="{819E3B17-BC86-4D4C-B483-DF42F1EB25CD}" srcId="{FCC8282E-3796-4FBA-B44E-BD5490DD2371}" destId="{1974BA0E-0659-4E0C-A9BC-6BF1395E583C}" srcOrd="1" destOrd="0" parTransId="{8BEA7353-7723-4F17-A483-26F702B4ED2A}" sibTransId="{6309133B-E372-47D8-B5B4-F849DACE6E58}"/>
    <dgm:cxn modelId="{F941EF1D-5890-4D71-9FB7-693F432AB218}" type="presOf" srcId="{C831F6CC-5A9C-4EE0-A0C4-FAABA2AE4D88}" destId="{8FB75AE1-047B-42BE-BE24-4ED28C331664}" srcOrd="0" destOrd="0" presId="urn:microsoft.com/office/officeart/2005/8/layout/process1"/>
    <dgm:cxn modelId="{9CF36427-F366-4D1D-8FC9-7ED4A372580F}" type="presOf" srcId="{FCC8282E-3796-4FBA-B44E-BD5490DD2371}" destId="{7B4E4A9D-3705-46BF-8A85-6D1852807EA1}" srcOrd="0" destOrd="0" presId="urn:microsoft.com/office/officeart/2005/8/layout/process1"/>
    <dgm:cxn modelId="{5FF0622C-0E20-47B1-AFE5-D92E5DDA7CB5}" type="presOf" srcId="{6309133B-E372-47D8-B5B4-F849DACE6E58}" destId="{17EB94BD-C94C-46E4-97F2-D38B49C7DBDF}" srcOrd="0" destOrd="0" presId="urn:microsoft.com/office/officeart/2005/8/layout/process1"/>
    <dgm:cxn modelId="{305A5E2D-3648-42BA-823E-CA918273057D}" type="presOf" srcId="{6309133B-E372-47D8-B5B4-F849DACE6E58}" destId="{DD3892EC-2943-479A-A4D9-B04E0102111F}" srcOrd="1" destOrd="0" presId="urn:microsoft.com/office/officeart/2005/8/layout/process1"/>
    <dgm:cxn modelId="{9BA12636-6F7B-461A-B0B5-96869D5DEA6F}" srcId="{FCC8282E-3796-4FBA-B44E-BD5490DD2371}" destId="{FBAE80CC-8768-4E28-A826-4A128C9CDFBE}" srcOrd="0" destOrd="0" parTransId="{D54A5A71-2C37-4013-8173-232EBE7B8096}" sibTransId="{376E55C6-EB5E-46FC-A6DC-D2A5EF07437D}"/>
    <dgm:cxn modelId="{D9A8579D-0929-48E8-B8DF-B32450F73A2B}" srcId="{FCC8282E-3796-4FBA-B44E-BD5490DD2371}" destId="{48C3756D-BB3C-4919-8547-BC924201F388}" srcOrd="2" destOrd="0" parTransId="{8FC0E658-D4DB-403C-96C9-68C5415F619E}" sibTransId="{597CC426-C403-4E6C-91E9-78072F5B387F}"/>
    <dgm:cxn modelId="{DA8AA69D-4BE4-435F-9837-ED0A0524A08B}" type="presOf" srcId="{48C3756D-BB3C-4919-8547-BC924201F388}" destId="{C078F36E-996D-4E40-A080-260F489CB459}" srcOrd="0" destOrd="0" presId="urn:microsoft.com/office/officeart/2005/8/layout/process1"/>
    <dgm:cxn modelId="{5736C8A3-89AF-458A-ADF1-3A51EB851B1C}" type="presOf" srcId="{1974BA0E-0659-4E0C-A9BC-6BF1395E583C}" destId="{8D17A681-F499-41A4-A089-D0792CF6B890}" srcOrd="0" destOrd="0" presId="urn:microsoft.com/office/officeart/2005/8/layout/process1"/>
    <dgm:cxn modelId="{7E5DC4A6-B2CB-449A-B101-7EF7F194BCDC}" srcId="{FCC8282E-3796-4FBA-B44E-BD5490DD2371}" destId="{C831F6CC-5A9C-4EE0-A0C4-FAABA2AE4D88}" srcOrd="3" destOrd="0" parTransId="{50AA44B9-2E47-4438-95EB-8A7E2A219B36}" sibTransId="{3FE4F395-B8C4-4D69-90F0-462F881A4CE6}"/>
    <dgm:cxn modelId="{D74955AC-5F69-4055-AF61-595B7990D487}" type="presOf" srcId="{FBAE80CC-8768-4E28-A826-4A128C9CDFBE}" destId="{E1D607B1-C91C-4BDA-B140-9BEE4E067B14}" srcOrd="0" destOrd="0" presId="urn:microsoft.com/office/officeart/2005/8/layout/process1"/>
    <dgm:cxn modelId="{496A5BB1-F137-44DD-95C5-A8C903FDB4EF}" type="presOf" srcId="{F5C0E816-5E20-407A-A6D3-5288FA404486}" destId="{9ED64D66-945B-44D4-935F-BD12075857CD}" srcOrd="0" destOrd="0" presId="urn:microsoft.com/office/officeart/2005/8/layout/process1"/>
    <dgm:cxn modelId="{ACC637C4-F839-4696-BBE0-51EB0791415F}" type="presOf" srcId="{376E55C6-EB5E-46FC-A6DC-D2A5EF07437D}" destId="{749159D9-D6C0-40EA-B25C-1FB35B4F39D3}" srcOrd="1" destOrd="0" presId="urn:microsoft.com/office/officeart/2005/8/layout/process1"/>
    <dgm:cxn modelId="{E226E7C5-47E2-400D-A8E2-649B57050702}" type="presOf" srcId="{3FE4F395-B8C4-4D69-90F0-462F881A4CE6}" destId="{E4016A75-17E8-46B1-BE9D-68658081176F}" srcOrd="1" destOrd="0" presId="urn:microsoft.com/office/officeart/2005/8/layout/process1"/>
    <dgm:cxn modelId="{A08025E3-99F9-449F-9760-E10E64734AFF}" type="presOf" srcId="{597CC426-C403-4E6C-91E9-78072F5B387F}" destId="{FC9FDD47-2A70-4B36-9913-21F73FD55D0E}" srcOrd="0" destOrd="0" presId="urn:microsoft.com/office/officeart/2005/8/layout/process1"/>
    <dgm:cxn modelId="{829459ED-B62B-432B-BAE8-686EFC25A035}" type="presOf" srcId="{3FE4F395-B8C4-4D69-90F0-462F881A4CE6}" destId="{71265431-C12F-47E6-9DA5-8D845FE38BA5}" srcOrd="0" destOrd="0" presId="urn:microsoft.com/office/officeart/2005/8/layout/process1"/>
    <dgm:cxn modelId="{0F33C7ED-ABD9-4E2C-8A4C-A8F8A02F0B98}" srcId="{FCC8282E-3796-4FBA-B44E-BD5490DD2371}" destId="{F5C0E816-5E20-407A-A6D3-5288FA404486}" srcOrd="4" destOrd="0" parTransId="{CDC71B9F-9774-4336-869E-30329775F5A6}" sibTransId="{CE94D500-B8FA-4963-A634-BDE3E3B0CEC9}"/>
    <dgm:cxn modelId="{BF3823D1-380D-4AAF-A370-2C3891EFA8F8}" type="presParOf" srcId="{7B4E4A9D-3705-46BF-8A85-6D1852807EA1}" destId="{E1D607B1-C91C-4BDA-B140-9BEE4E067B14}" srcOrd="0" destOrd="0" presId="urn:microsoft.com/office/officeart/2005/8/layout/process1"/>
    <dgm:cxn modelId="{9414B78C-9B74-441D-9746-AC03B0A27DAB}" type="presParOf" srcId="{7B4E4A9D-3705-46BF-8A85-6D1852807EA1}" destId="{16269CEC-3A8E-4E70-894D-1AE9576F2B1F}" srcOrd="1" destOrd="0" presId="urn:microsoft.com/office/officeart/2005/8/layout/process1"/>
    <dgm:cxn modelId="{C8A8DD82-223C-4CBB-A399-08333061724F}" type="presParOf" srcId="{16269CEC-3A8E-4E70-894D-1AE9576F2B1F}" destId="{749159D9-D6C0-40EA-B25C-1FB35B4F39D3}" srcOrd="0" destOrd="0" presId="urn:microsoft.com/office/officeart/2005/8/layout/process1"/>
    <dgm:cxn modelId="{ED64327A-7051-4640-A513-E896C8916B9B}" type="presParOf" srcId="{7B4E4A9D-3705-46BF-8A85-6D1852807EA1}" destId="{8D17A681-F499-41A4-A089-D0792CF6B890}" srcOrd="2" destOrd="0" presId="urn:microsoft.com/office/officeart/2005/8/layout/process1"/>
    <dgm:cxn modelId="{B240BDB9-706D-4145-B570-B57706FAE79E}" type="presParOf" srcId="{7B4E4A9D-3705-46BF-8A85-6D1852807EA1}" destId="{17EB94BD-C94C-46E4-97F2-D38B49C7DBDF}" srcOrd="3" destOrd="0" presId="urn:microsoft.com/office/officeart/2005/8/layout/process1"/>
    <dgm:cxn modelId="{03BA64EE-5608-4417-B39A-7DC59EB84B69}" type="presParOf" srcId="{17EB94BD-C94C-46E4-97F2-D38B49C7DBDF}" destId="{DD3892EC-2943-479A-A4D9-B04E0102111F}" srcOrd="0" destOrd="0" presId="urn:microsoft.com/office/officeart/2005/8/layout/process1"/>
    <dgm:cxn modelId="{EF2F89AF-421D-4E6C-867E-CF1219D358D9}" type="presParOf" srcId="{7B4E4A9D-3705-46BF-8A85-6D1852807EA1}" destId="{C078F36E-996D-4E40-A080-260F489CB459}" srcOrd="4" destOrd="0" presId="urn:microsoft.com/office/officeart/2005/8/layout/process1"/>
    <dgm:cxn modelId="{5EDA1A22-95F2-4F1C-A25E-781D2E8D69A5}" type="presParOf" srcId="{7B4E4A9D-3705-46BF-8A85-6D1852807EA1}" destId="{FC9FDD47-2A70-4B36-9913-21F73FD55D0E}" srcOrd="5" destOrd="0" presId="urn:microsoft.com/office/officeart/2005/8/layout/process1"/>
    <dgm:cxn modelId="{7BDADE12-29B9-4286-89A5-13F7AB1976F7}" type="presParOf" srcId="{FC9FDD47-2A70-4B36-9913-21F73FD55D0E}" destId="{4F4C113B-81E1-410A-BFAA-DD07166EB9B2}" srcOrd="0" destOrd="0" presId="urn:microsoft.com/office/officeart/2005/8/layout/process1"/>
    <dgm:cxn modelId="{F1DE17E3-B5FC-4404-87AF-4CCC275BBE4C}" type="presParOf" srcId="{7B4E4A9D-3705-46BF-8A85-6D1852807EA1}" destId="{8FB75AE1-047B-42BE-BE24-4ED28C331664}" srcOrd="6" destOrd="0" presId="urn:microsoft.com/office/officeart/2005/8/layout/process1"/>
    <dgm:cxn modelId="{0336EFA9-0926-4FCD-AFC3-5B9B34729A9E}" type="presParOf" srcId="{7B4E4A9D-3705-46BF-8A85-6D1852807EA1}" destId="{71265431-C12F-47E6-9DA5-8D845FE38BA5}" srcOrd="7" destOrd="0" presId="urn:microsoft.com/office/officeart/2005/8/layout/process1"/>
    <dgm:cxn modelId="{348596C0-CF25-49A0-A1A3-35BB1FD311A2}" type="presParOf" srcId="{71265431-C12F-47E6-9DA5-8D845FE38BA5}" destId="{E4016A75-17E8-46B1-BE9D-68658081176F}" srcOrd="0" destOrd="0" presId="urn:microsoft.com/office/officeart/2005/8/layout/process1"/>
    <dgm:cxn modelId="{818B58A3-5277-4A08-9005-C890840610ED}" type="presParOf" srcId="{7B4E4A9D-3705-46BF-8A85-6D1852807EA1}" destId="{9ED64D66-945B-44D4-935F-BD12075857CD}" srcOrd="8" destOrd="0" presId="urn:microsoft.com/office/officeart/2005/8/layout/process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720AB6A-8982-4669-84AD-4489995E7293}" type="doc">
      <dgm:prSet loTypeId="urn:microsoft.com/office/officeart/2005/8/layout/orgChart1" loCatId="hierarchy" qsTypeId="urn:microsoft.com/office/officeart/2005/8/quickstyle/simple1#2" qsCatId="simple" csTypeId="urn:microsoft.com/office/officeart/2005/8/colors/accent1_2#2" csCatId="accent1" phldr="1"/>
      <dgm:spPr/>
      <dgm:t>
        <a:bodyPr/>
        <a:lstStyle/>
        <a:p>
          <a:endParaRPr lang="es-CL"/>
        </a:p>
      </dgm:t>
    </dgm:pt>
    <dgm:pt modelId="{C5841F77-BFBA-4342-9E8E-05840D6103F9}">
      <dgm:prSet phldrT="[Texto]"/>
      <dgm:spPr/>
      <dgm:t>
        <a:bodyPr/>
        <a:lstStyle/>
        <a:p>
          <a:r>
            <a:rPr lang="es-CL" dirty="0"/>
            <a:t>Sistema de Control</a:t>
          </a:r>
        </a:p>
      </dgm:t>
    </dgm:pt>
    <dgm:pt modelId="{FDED72BB-4AC5-4323-849C-0C40D25043C9}" type="parTrans" cxnId="{6A6CBE2C-C88D-4F33-AE69-734D9FBC37F4}">
      <dgm:prSet/>
      <dgm:spPr/>
      <dgm:t>
        <a:bodyPr/>
        <a:lstStyle/>
        <a:p>
          <a:endParaRPr lang="es-CL"/>
        </a:p>
      </dgm:t>
    </dgm:pt>
    <dgm:pt modelId="{E625B41D-97E8-42DF-B20F-8D36AB54A490}" type="sibTrans" cxnId="{6A6CBE2C-C88D-4F33-AE69-734D9FBC37F4}">
      <dgm:prSet/>
      <dgm:spPr/>
      <dgm:t>
        <a:bodyPr/>
        <a:lstStyle/>
        <a:p>
          <a:endParaRPr lang="es-CL"/>
        </a:p>
      </dgm:t>
    </dgm:pt>
    <dgm:pt modelId="{43DEE993-6523-4D0F-86E9-F86B6B88F560}">
      <dgm:prSet/>
      <dgm:spPr/>
      <dgm:t>
        <a:bodyPr/>
        <a:lstStyle/>
        <a:p>
          <a:r>
            <a:rPr lang="es-CL" dirty="0"/>
            <a:t>Análisis</a:t>
          </a:r>
        </a:p>
      </dgm:t>
    </dgm:pt>
    <dgm:pt modelId="{A145B83D-920A-49B0-8318-34A58CC4F684}" type="parTrans" cxnId="{FF33CE61-BFA3-49F9-944E-A087D1A5DE74}">
      <dgm:prSet/>
      <dgm:spPr/>
      <dgm:t>
        <a:bodyPr/>
        <a:lstStyle/>
        <a:p>
          <a:endParaRPr lang="es-CL"/>
        </a:p>
      </dgm:t>
    </dgm:pt>
    <dgm:pt modelId="{68D397B3-C424-4791-AF0D-23556D2016B3}" type="sibTrans" cxnId="{FF33CE61-BFA3-49F9-944E-A087D1A5DE74}">
      <dgm:prSet/>
      <dgm:spPr/>
      <dgm:t>
        <a:bodyPr/>
        <a:lstStyle/>
        <a:p>
          <a:endParaRPr lang="es-CL"/>
        </a:p>
      </dgm:t>
    </dgm:pt>
    <dgm:pt modelId="{AF905B9E-684D-4234-B23F-60D424D3CE09}">
      <dgm:prSet/>
      <dgm:spPr/>
      <dgm:t>
        <a:bodyPr/>
        <a:lstStyle/>
        <a:p>
          <a:r>
            <a:rPr lang="es-CL" dirty="0"/>
            <a:t>Diseño</a:t>
          </a:r>
        </a:p>
      </dgm:t>
    </dgm:pt>
    <dgm:pt modelId="{0CEBA743-A13E-48FF-98DC-7FC14A2F35F5}" type="parTrans" cxnId="{2EACADB5-B15E-4E2D-B9A7-873466BED2CE}">
      <dgm:prSet/>
      <dgm:spPr/>
      <dgm:t>
        <a:bodyPr/>
        <a:lstStyle/>
        <a:p>
          <a:endParaRPr lang="es-CL"/>
        </a:p>
      </dgm:t>
    </dgm:pt>
    <dgm:pt modelId="{DC9BD5A5-CDD8-4A8D-BC42-DB9ECBDF9464}" type="sibTrans" cxnId="{2EACADB5-B15E-4E2D-B9A7-873466BED2CE}">
      <dgm:prSet/>
      <dgm:spPr/>
      <dgm:t>
        <a:bodyPr/>
        <a:lstStyle/>
        <a:p>
          <a:endParaRPr lang="es-CL"/>
        </a:p>
      </dgm:t>
    </dgm:pt>
    <dgm:pt modelId="{200E0072-5DD1-436E-B7E4-606F9EA9788B}">
      <dgm:prSet/>
      <dgm:spPr/>
      <dgm:t>
        <a:bodyPr/>
        <a:lstStyle/>
        <a:p>
          <a:r>
            <a:rPr lang="es-CL" dirty="0"/>
            <a:t>Desarrollo (MVP)</a:t>
          </a:r>
        </a:p>
      </dgm:t>
    </dgm:pt>
    <dgm:pt modelId="{840D694F-CB5D-41CA-A844-6FF7A2C52841}" type="parTrans" cxnId="{1A213CDB-6383-4170-9523-E2CC28618034}">
      <dgm:prSet/>
      <dgm:spPr/>
      <dgm:t>
        <a:bodyPr/>
        <a:lstStyle/>
        <a:p>
          <a:endParaRPr lang="es-CL"/>
        </a:p>
      </dgm:t>
    </dgm:pt>
    <dgm:pt modelId="{6672427D-1419-442E-8CAB-767CEF266472}" type="sibTrans" cxnId="{1A213CDB-6383-4170-9523-E2CC28618034}">
      <dgm:prSet/>
      <dgm:spPr/>
      <dgm:t>
        <a:bodyPr/>
        <a:lstStyle/>
        <a:p>
          <a:endParaRPr lang="es-CL"/>
        </a:p>
      </dgm:t>
    </dgm:pt>
    <dgm:pt modelId="{944DFEF5-8DE0-4DB7-9258-D3CB90BA44A0}">
      <dgm:prSet/>
      <dgm:spPr/>
      <dgm:t>
        <a:bodyPr/>
        <a:lstStyle/>
        <a:p>
          <a:r>
            <a:rPr lang="es-CL" dirty="0"/>
            <a:t>Pruebas</a:t>
          </a:r>
        </a:p>
      </dgm:t>
    </dgm:pt>
    <dgm:pt modelId="{0030066D-A7CC-45F3-9D0D-DF3277DF90CE}" type="parTrans" cxnId="{D5EB2947-C423-416D-980E-7C1737DE2DED}">
      <dgm:prSet/>
      <dgm:spPr/>
      <dgm:t>
        <a:bodyPr/>
        <a:lstStyle/>
        <a:p>
          <a:endParaRPr lang="es-CL"/>
        </a:p>
      </dgm:t>
    </dgm:pt>
    <dgm:pt modelId="{8A2D1866-DDFB-4354-A817-6878944B729D}" type="sibTrans" cxnId="{D5EB2947-C423-416D-980E-7C1737DE2DED}">
      <dgm:prSet/>
      <dgm:spPr/>
      <dgm:t>
        <a:bodyPr/>
        <a:lstStyle/>
        <a:p>
          <a:endParaRPr lang="es-CL"/>
        </a:p>
      </dgm:t>
    </dgm:pt>
    <dgm:pt modelId="{BA147150-12F6-42EC-A588-E6D94F61411F}">
      <dgm:prSet/>
      <dgm:spPr/>
      <dgm:t>
        <a:bodyPr/>
        <a:lstStyle/>
        <a:p>
          <a:r>
            <a:rPr lang="es-CL" dirty="0"/>
            <a:t>Cierre</a:t>
          </a:r>
        </a:p>
      </dgm:t>
    </dgm:pt>
    <dgm:pt modelId="{8D43D9B2-B7AE-40C1-983C-D31955E7D4E7}" type="parTrans" cxnId="{820CC983-3871-47CE-AA6D-7638E758D4B5}">
      <dgm:prSet/>
      <dgm:spPr/>
      <dgm:t>
        <a:bodyPr/>
        <a:lstStyle/>
        <a:p>
          <a:endParaRPr lang="es-CL"/>
        </a:p>
      </dgm:t>
    </dgm:pt>
    <dgm:pt modelId="{422B1965-0124-4D85-87DD-75777B0912A7}" type="sibTrans" cxnId="{820CC983-3871-47CE-AA6D-7638E758D4B5}">
      <dgm:prSet/>
      <dgm:spPr/>
      <dgm:t>
        <a:bodyPr/>
        <a:lstStyle/>
        <a:p>
          <a:endParaRPr lang="es-CL"/>
        </a:p>
      </dgm:t>
    </dgm:pt>
    <dgm:pt modelId="{9AF06F88-5488-40BB-8C4E-7136D12D8A11}">
      <dgm:prSet/>
      <dgm:spPr/>
      <dgm:t>
        <a:bodyPr/>
        <a:lstStyle/>
        <a:p>
          <a:r>
            <a:rPr lang="es-MX" dirty="0"/>
            <a:t>Encuestas</a:t>
          </a:r>
          <a:endParaRPr lang="es-CL" dirty="0"/>
        </a:p>
      </dgm:t>
    </dgm:pt>
    <dgm:pt modelId="{0A5BA40C-B89F-4F8A-99B0-FD5D7EBDE91F}" type="parTrans" cxnId="{1DC441FA-AB72-487E-A292-00B73DCF7BA6}">
      <dgm:prSet/>
      <dgm:spPr/>
      <dgm:t>
        <a:bodyPr/>
        <a:lstStyle/>
        <a:p>
          <a:endParaRPr lang="es-CL"/>
        </a:p>
      </dgm:t>
    </dgm:pt>
    <dgm:pt modelId="{63B0F1A2-070F-4905-9AB6-38A977D9AE9B}" type="sibTrans" cxnId="{1DC441FA-AB72-487E-A292-00B73DCF7BA6}">
      <dgm:prSet/>
      <dgm:spPr/>
      <dgm:t>
        <a:bodyPr/>
        <a:lstStyle/>
        <a:p>
          <a:endParaRPr lang="es-CL"/>
        </a:p>
      </dgm:t>
    </dgm:pt>
    <dgm:pt modelId="{9CE47A68-4991-40B3-A34C-68676E4E0985}">
      <dgm:prSet/>
      <dgm:spPr/>
      <dgm:t>
        <a:bodyPr/>
        <a:lstStyle/>
        <a:p>
          <a:r>
            <a:rPr lang="es-MX" dirty="0"/>
            <a:t>Identificación de debilidades</a:t>
          </a:r>
          <a:endParaRPr lang="es-CL" dirty="0"/>
        </a:p>
      </dgm:t>
    </dgm:pt>
    <dgm:pt modelId="{93DAD6D3-BF37-4607-9D6B-FC10C98396EB}" type="parTrans" cxnId="{773C705B-A89F-4E49-84FD-608A21E97189}">
      <dgm:prSet/>
      <dgm:spPr/>
      <dgm:t>
        <a:bodyPr/>
        <a:lstStyle/>
        <a:p>
          <a:endParaRPr lang="es-CL"/>
        </a:p>
      </dgm:t>
    </dgm:pt>
    <dgm:pt modelId="{FB43DF98-2A5A-4CE5-95B4-ED61C7BB60F5}" type="sibTrans" cxnId="{773C705B-A89F-4E49-84FD-608A21E97189}">
      <dgm:prSet/>
      <dgm:spPr/>
      <dgm:t>
        <a:bodyPr/>
        <a:lstStyle/>
        <a:p>
          <a:endParaRPr lang="es-CL"/>
        </a:p>
      </dgm:t>
    </dgm:pt>
    <dgm:pt modelId="{A32DBAE8-D1A6-41C1-AD79-B2CFA83EE00F}">
      <dgm:prSet/>
      <dgm:spPr/>
      <dgm:t>
        <a:bodyPr/>
        <a:lstStyle/>
        <a:p>
          <a:r>
            <a:rPr lang="es-MX" dirty="0"/>
            <a:t>Requerimientos Funcionales</a:t>
          </a:r>
          <a:endParaRPr lang="es-CL" dirty="0"/>
        </a:p>
      </dgm:t>
    </dgm:pt>
    <dgm:pt modelId="{2DAB0EF5-DF76-4268-803C-9E5CE62A60D7}" type="parTrans" cxnId="{52036EC3-1599-487C-92AC-973522A38D1E}">
      <dgm:prSet/>
      <dgm:spPr/>
      <dgm:t>
        <a:bodyPr/>
        <a:lstStyle/>
        <a:p>
          <a:endParaRPr lang="es-CL"/>
        </a:p>
      </dgm:t>
    </dgm:pt>
    <dgm:pt modelId="{8BF67D60-8150-47AB-B9F4-12B1C193C5BD}" type="sibTrans" cxnId="{52036EC3-1599-487C-92AC-973522A38D1E}">
      <dgm:prSet/>
      <dgm:spPr/>
      <dgm:t>
        <a:bodyPr/>
        <a:lstStyle/>
        <a:p>
          <a:endParaRPr lang="es-CL"/>
        </a:p>
      </dgm:t>
    </dgm:pt>
    <dgm:pt modelId="{0F275372-191E-4F34-9DF3-A0E979187307}">
      <dgm:prSet/>
      <dgm:spPr/>
      <dgm:t>
        <a:bodyPr/>
        <a:lstStyle/>
        <a:p>
          <a:r>
            <a:rPr lang="es-MX" dirty="0"/>
            <a:t>Modelo de datos</a:t>
          </a:r>
          <a:endParaRPr lang="es-CL" dirty="0"/>
        </a:p>
      </dgm:t>
    </dgm:pt>
    <dgm:pt modelId="{F09300AA-1468-4691-BFA0-C96CC3F2F107}" type="parTrans" cxnId="{E6E15B47-6F1E-4CC1-8E55-5AC6B6A0DF6E}">
      <dgm:prSet/>
      <dgm:spPr/>
      <dgm:t>
        <a:bodyPr/>
        <a:lstStyle/>
        <a:p>
          <a:endParaRPr lang="es-CL"/>
        </a:p>
      </dgm:t>
    </dgm:pt>
    <dgm:pt modelId="{A1BA60E5-088B-4CB4-A2C4-166AD8207FD9}" type="sibTrans" cxnId="{E6E15B47-6F1E-4CC1-8E55-5AC6B6A0DF6E}">
      <dgm:prSet/>
      <dgm:spPr/>
      <dgm:t>
        <a:bodyPr/>
        <a:lstStyle/>
        <a:p>
          <a:endParaRPr lang="es-CL"/>
        </a:p>
      </dgm:t>
    </dgm:pt>
    <dgm:pt modelId="{A148E89C-0946-4591-8A3E-53331130A91A}">
      <dgm:prSet/>
      <dgm:spPr/>
      <dgm:t>
        <a:bodyPr/>
        <a:lstStyle/>
        <a:p>
          <a:r>
            <a:rPr lang="es-MX" dirty="0"/>
            <a:t>Arquitectura del sistema</a:t>
          </a:r>
          <a:endParaRPr lang="es-CL" dirty="0"/>
        </a:p>
      </dgm:t>
    </dgm:pt>
    <dgm:pt modelId="{FAB32CE5-4D2D-413E-A6E3-8BB34398BBCF}" type="parTrans" cxnId="{A8810284-9EB7-4674-A2A3-24E6508BB254}">
      <dgm:prSet/>
      <dgm:spPr/>
      <dgm:t>
        <a:bodyPr/>
        <a:lstStyle/>
        <a:p>
          <a:endParaRPr lang="es-CL"/>
        </a:p>
      </dgm:t>
    </dgm:pt>
    <dgm:pt modelId="{AEB97BE9-B0AC-400C-A927-51933524EDB2}" type="sibTrans" cxnId="{A8810284-9EB7-4674-A2A3-24E6508BB254}">
      <dgm:prSet/>
      <dgm:spPr/>
      <dgm:t>
        <a:bodyPr/>
        <a:lstStyle/>
        <a:p>
          <a:endParaRPr lang="es-CL"/>
        </a:p>
      </dgm:t>
    </dgm:pt>
    <dgm:pt modelId="{FA20FF2B-704A-47CF-AF48-DD4A8D1ECEE8}">
      <dgm:prSet/>
      <dgm:spPr/>
      <dgm:t>
        <a:bodyPr/>
        <a:lstStyle/>
        <a:p>
          <a:r>
            <a:rPr lang="es-MX" dirty="0"/>
            <a:t>Flujo AS-IS &amp;</a:t>
          </a:r>
        </a:p>
        <a:p>
          <a:r>
            <a:rPr lang="es-MX" dirty="0"/>
            <a:t>TO-BE</a:t>
          </a:r>
          <a:endParaRPr lang="es-CL" dirty="0"/>
        </a:p>
      </dgm:t>
    </dgm:pt>
    <dgm:pt modelId="{1A5E89CA-154E-4DFA-A4D5-89782F598294}" type="parTrans" cxnId="{55559FD1-E677-4423-A09C-A38260C6E934}">
      <dgm:prSet/>
      <dgm:spPr/>
      <dgm:t>
        <a:bodyPr/>
        <a:lstStyle/>
        <a:p>
          <a:endParaRPr lang="es-CL"/>
        </a:p>
      </dgm:t>
    </dgm:pt>
    <dgm:pt modelId="{51D5FAC8-9D37-4B76-A964-1F4AEC409F5C}" type="sibTrans" cxnId="{55559FD1-E677-4423-A09C-A38260C6E934}">
      <dgm:prSet/>
      <dgm:spPr/>
      <dgm:t>
        <a:bodyPr/>
        <a:lstStyle/>
        <a:p>
          <a:endParaRPr lang="es-CL"/>
        </a:p>
      </dgm:t>
    </dgm:pt>
    <dgm:pt modelId="{490ADD49-1349-47EE-B77A-8CD186BB218E}">
      <dgm:prSet/>
      <dgm:spPr/>
      <dgm:t>
        <a:bodyPr/>
        <a:lstStyle/>
        <a:p>
          <a:r>
            <a:rPr lang="es-MX" dirty="0"/>
            <a:t>Registro de eventos</a:t>
          </a:r>
          <a:endParaRPr lang="es-CL" dirty="0"/>
        </a:p>
      </dgm:t>
    </dgm:pt>
    <dgm:pt modelId="{C8D347A2-9DFA-4926-8CD3-81E8D47004A6}" type="parTrans" cxnId="{79859F65-0631-4846-A41E-7D77E9A16D7E}">
      <dgm:prSet/>
      <dgm:spPr/>
      <dgm:t>
        <a:bodyPr/>
        <a:lstStyle/>
        <a:p>
          <a:endParaRPr lang="es-CL"/>
        </a:p>
      </dgm:t>
    </dgm:pt>
    <dgm:pt modelId="{2A1DBC59-396C-4278-B8B7-7C3D4C12DF03}" type="sibTrans" cxnId="{79859F65-0631-4846-A41E-7D77E9A16D7E}">
      <dgm:prSet/>
      <dgm:spPr/>
      <dgm:t>
        <a:bodyPr/>
        <a:lstStyle/>
        <a:p>
          <a:endParaRPr lang="es-CL"/>
        </a:p>
      </dgm:t>
    </dgm:pt>
    <dgm:pt modelId="{511A4852-3E60-4DE5-82F4-280F9D209135}">
      <dgm:prSet/>
      <dgm:spPr/>
      <dgm:t>
        <a:bodyPr/>
        <a:lstStyle/>
        <a:p>
          <a:r>
            <a:rPr lang="es-MX" dirty="0"/>
            <a:t>Validación de identidad</a:t>
          </a:r>
          <a:endParaRPr lang="es-CL" dirty="0"/>
        </a:p>
      </dgm:t>
    </dgm:pt>
    <dgm:pt modelId="{1B28F773-A33D-4FD8-9091-86208E2DAE9D}" type="parTrans" cxnId="{3C59463B-8703-4251-8AD7-1555C48C4D69}">
      <dgm:prSet/>
      <dgm:spPr/>
      <dgm:t>
        <a:bodyPr/>
        <a:lstStyle/>
        <a:p>
          <a:endParaRPr lang="es-CL"/>
        </a:p>
      </dgm:t>
    </dgm:pt>
    <dgm:pt modelId="{3DF620A6-E7EF-419B-AA5A-0D4002EB8B95}" type="sibTrans" cxnId="{3C59463B-8703-4251-8AD7-1555C48C4D69}">
      <dgm:prSet/>
      <dgm:spPr/>
      <dgm:t>
        <a:bodyPr/>
        <a:lstStyle/>
        <a:p>
          <a:endParaRPr lang="es-CL"/>
        </a:p>
      </dgm:t>
    </dgm:pt>
    <dgm:pt modelId="{D58B9648-B14A-4EA1-B4D6-08810568BEB3}">
      <dgm:prSet/>
      <dgm:spPr/>
      <dgm:t>
        <a:bodyPr/>
        <a:lstStyle/>
        <a:p>
          <a:r>
            <a:rPr lang="es-MX" dirty="0"/>
            <a:t>Gestión de estudiantes</a:t>
          </a:r>
          <a:endParaRPr lang="es-CL" dirty="0"/>
        </a:p>
      </dgm:t>
    </dgm:pt>
    <dgm:pt modelId="{8FD4F929-E004-483C-99A2-2C4705467AF5}" type="parTrans" cxnId="{B638BEFB-309F-4506-AE7D-5A384E0F88ED}">
      <dgm:prSet/>
      <dgm:spPr/>
      <dgm:t>
        <a:bodyPr/>
        <a:lstStyle/>
        <a:p>
          <a:endParaRPr lang="es-CL"/>
        </a:p>
      </dgm:t>
    </dgm:pt>
    <dgm:pt modelId="{ACC1CFA2-D36A-4D2C-AA60-143F543EC2E7}" type="sibTrans" cxnId="{B638BEFB-309F-4506-AE7D-5A384E0F88ED}">
      <dgm:prSet/>
      <dgm:spPr/>
      <dgm:t>
        <a:bodyPr/>
        <a:lstStyle/>
        <a:p>
          <a:endParaRPr lang="es-CL"/>
        </a:p>
      </dgm:t>
    </dgm:pt>
    <dgm:pt modelId="{851396AB-A3B4-441F-A639-DDE556632F04}">
      <dgm:prSet/>
      <dgm:spPr/>
      <dgm:t>
        <a:bodyPr/>
        <a:lstStyle/>
        <a:p>
          <a:r>
            <a:rPr lang="es-MX" dirty="0"/>
            <a:t>Gestión de apoderados</a:t>
          </a:r>
          <a:endParaRPr lang="es-CL" dirty="0"/>
        </a:p>
      </dgm:t>
    </dgm:pt>
    <dgm:pt modelId="{09E6BFDE-C393-47AC-9AB9-2ABC4FD6B402}" type="parTrans" cxnId="{857E8C79-74B0-4B84-B14F-C3D7853EBDE9}">
      <dgm:prSet/>
      <dgm:spPr/>
      <dgm:t>
        <a:bodyPr/>
        <a:lstStyle/>
        <a:p>
          <a:endParaRPr lang="es-CL"/>
        </a:p>
      </dgm:t>
    </dgm:pt>
    <dgm:pt modelId="{CB3627FD-736D-40FB-9BCD-48D277AB496C}" type="sibTrans" cxnId="{857E8C79-74B0-4B84-B14F-C3D7853EBDE9}">
      <dgm:prSet/>
      <dgm:spPr/>
      <dgm:t>
        <a:bodyPr/>
        <a:lstStyle/>
        <a:p>
          <a:endParaRPr lang="es-CL"/>
        </a:p>
      </dgm:t>
    </dgm:pt>
    <dgm:pt modelId="{9D857AD0-0B34-405D-AE54-6DF81871D1A7}">
      <dgm:prSet/>
      <dgm:spPr/>
      <dgm:t>
        <a:bodyPr/>
        <a:lstStyle/>
        <a:p>
          <a:r>
            <a:rPr lang="es-MX" dirty="0"/>
            <a:t>Interfaz de usuarios</a:t>
          </a:r>
          <a:endParaRPr lang="es-CL" dirty="0"/>
        </a:p>
      </dgm:t>
    </dgm:pt>
    <dgm:pt modelId="{C2D28295-33BB-45E2-A6B1-53FE3C2E0C91}" type="parTrans" cxnId="{11C192B4-D1FC-4F9B-9DB0-DC41ABACB5BA}">
      <dgm:prSet/>
      <dgm:spPr/>
      <dgm:t>
        <a:bodyPr/>
        <a:lstStyle/>
        <a:p>
          <a:endParaRPr lang="es-CL"/>
        </a:p>
      </dgm:t>
    </dgm:pt>
    <dgm:pt modelId="{DBBC6614-E761-40E3-9331-2A92A044541B}" type="sibTrans" cxnId="{11C192B4-D1FC-4F9B-9DB0-DC41ABACB5BA}">
      <dgm:prSet/>
      <dgm:spPr/>
      <dgm:t>
        <a:bodyPr/>
        <a:lstStyle/>
        <a:p>
          <a:endParaRPr lang="es-CL"/>
        </a:p>
      </dgm:t>
    </dgm:pt>
    <dgm:pt modelId="{AB41D210-909B-405E-BB61-5BBBE79AD790}">
      <dgm:prSet/>
      <dgm:spPr/>
      <dgm:t>
        <a:bodyPr/>
        <a:lstStyle/>
        <a:p>
          <a:r>
            <a:rPr lang="es-MX" dirty="0"/>
            <a:t>Identificación de escenarios</a:t>
          </a:r>
          <a:endParaRPr lang="es-CL" dirty="0"/>
        </a:p>
      </dgm:t>
    </dgm:pt>
    <dgm:pt modelId="{037C5873-98DF-447D-841C-0D23729AEE73}" type="parTrans" cxnId="{2EF11148-A4FB-4AF2-AEA4-028195997544}">
      <dgm:prSet/>
      <dgm:spPr/>
      <dgm:t>
        <a:bodyPr/>
        <a:lstStyle/>
        <a:p>
          <a:endParaRPr lang="es-CL"/>
        </a:p>
      </dgm:t>
    </dgm:pt>
    <dgm:pt modelId="{009145EB-2E96-45C7-9871-FA7636D44E2D}" type="sibTrans" cxnId="{2EF11148-A4FB-4AF2-AEA4-028195997544}">
      <dgm:prSet/>
      <dgm:spPr/>
      <dgm:t>
        <a:bodyPr/>
        <a:lstStyle/>
        <a:p>
          <a:endParaRPr lang="es-CL"/>
        </a:p>
      </dgm:t>
    </dgm:pt>
    <dgm:pt modelId="{B17DDB1C-1EFB-4CC6-9BB7-1210B3D1D557}">
      <dgm:prSet/>
      <dgm:spPr/>
      <dgm:t>
        <a:bodyPr/>
        <a:lstStyle/>
        <a:p>
          <a:r>
            <a:rPr lang="es-MX" dirty="0"/>
            <a:t>Validación de flujos</a:t>
          </a:r>
          <a:endParaRPr lang="es-CL" dirty="0"/>
        </a:p>
      </dgm:t>
    </dgm:pt>
    <dgm:pt modelId="{279DD677-6C30-4116-B53D-57BCA770F22D}" type="parTrans" cxnId="{8ABFFA1D-886E-4BBA-B1D5-A946D10C4EA6}">
      <dgm:prSet/>
      <dgm:spPr/>
      <dgm:t>
        <a:bodyPr/>
        <a:lstStyle/>
        <a:p>
          <a:endParaRPr lang="es-CL"/>
        </a:p>
      </dgm:t>
    </dgm:pt>
    <dgm:pt modelId="{C7549BBA-C250-4697-A90C-E782508B8F8B}" type="sibTrans" cxnId="{8ABFFA1D-886E-4BBA-B1D5-A946D10C4EA6}">
      <dgm:prSet/>
      <dgm:spPr/>
      <dgm:t>
        <a:bodyPr/>
        <a:lstStyle/>
        <a:p>
          <a:endParaRPr lang="es-CL"/>
        </a:p>
      </dgm:t>
    </dgm:pt>
    <dgm:pt modelId="{800C5A74-9534-4736-8FB8-4E2910341306}">
      <dgm:prSet/>
      <dgm:spPr/>
      <dgm:t>
        <a:bodyPr/>
        <a:lstStyle/>
        <a:p>
          <a:r>
            <a:rPr lang="es-MX" dirty="0"/>
            <a:t>Revisión de evidencias</a:t>
          </a:r>
          <a:endParaRPr lang="es-CL" dirty="0"/>
        </a:p>
      </dgm:t>
    </dgm:pt>
    <dgm:pt modelId="{D7ABB91C-D11D-4448-8472-95E0D3EC867A}" type="parTrans" cxnId="{AC24AD4A-BC82-43AA-BB7F-B4C0047A156E}">
      <dgm:prSet/>
      <dgm:spPr/>
      <dgm:t>
        <a:bodyPr/>
        <a:lstStyle/>
        <a:p>
          <a:endParaRPr lang="es-CL"/>
        </a:p>
      </dgm:t>
    </dgm:pt>
    <dgm:pt modelId="{5D18119C-865A-42FE-99CC-8BA5BA5F7A04}" type="sibTrans" cxnId="{AC24AD4A-BC82-43AA-BB7F-B4C0047A156E}">
      <dgm:prSet/>
      <dgm:spPr/>
      <dgm:t>
        <a:bodyPr/>
        <a:lstStyle/>
        <a:p>
          <a:endParaRPr lang="es-CL"/>
        </a:p>
      </dgm:t>
    </dgm:pt>
    <dgm:pt modelId="{626564BD-CD18-4ABE-A6A1-81423203C645}">
      <dgm:prSet/>
      <dgm:spPr/>
      <dgm:t>
        <a:bodyPr/>
        <a:lstStyle/>
        <a:p>
          <a:r>
            <a:rPr lang="es-MX" dirty="0"/>
            <a:t>Documentación</a:t>
          </a:r>
          <a:endParaRPr lang="es-CL" dirty="0"/>
        </a:p>
      </dgm:t>
    </dgm:pt>
    <dgm:pt modelId="{29A6B8E6-759D-4A56-986A-1CAC10D2BA95}" type="parTrans" cxnId="{45042A8B-4F62-4B14-8E8C-EC0FB8CE93CD}">
      <dgm:prSet/>
      <dgm:spPr/>
      <dgm:t>
        <a:bodyPr/>
        <a:lstStyle/>
        <a:p>
          <a:endParaRPr lang="es-CL"/>
        </a:p>
      </dgm:t>
    </dgm:pt>
    <dgm:pt modelId="{F77C9403-8E2E-41DA-A522-3E77901F5B5E}" type="sibTrans" cxnId="{45042A8B-4F62-4B14-8E8C-EC0FB8CE93CD}">
      <dgm:prSet/>
      <dgm:spPr/>
      <dgm:t>
        <a:bodyPr/>
        <a:lstStyle/>
        <a:p>
          <a:endParaRPr lang="es-CL"/>
        </a:p>
      </dgm:t>
    </dgm:pt>
    <dgm:pt modelId="{1943DCFF-C832-4D3E-A155-927C01C274AD}">
      <dgm:prSet/>
      <dgm:spPr/>
      <dgm:t>
        <a:bodyPr/>
        <a:lstStyle/>
        <a:p>
          <a:r>
            <a:rPr lang="es-MX" dirty="0"/>
            <a:t>Presentación</a:t>
          </a:r>
          <a:endParaRPr lang="es-CL" dirty="0"/>
        </a:p>
      </dgm:t>
    </dgm:pt>
    <dgm:pt modelId="{C91A6178-B92A-4721-B804-372A67FF00EF}" type="parTrans" cxnId="{011114E9-7955-4130-BB7C-F6F14F1E18C7}">
      <dgm:prSet/>
      <dgm:spPr/>
      <dgm:t>
        <a:bodyPr/>
        <a:lstStyle/>
        <a:p>
          <a:endParaRPr lang="es-CL"/>
        </a:p>
      </dgm:t>
    </dgm:pt>
    <dgm:pt modelId="{02E48331-B7C4-4C76-9E90-DA5A73885D04}" type="sibTrans" cxnId="{011114E9-7955-4130-BB7C-F6F14F1E18C7}">
      <dgm:prSet/>
      <dgm:spPr/>
      <dgm:t>
        <a:bodyPr/>
        <a:lstStyle/>
        <a:p>
          <a:endParaRPr lang="es-CL"/>
        </a:p>
      </dgm:t>
    </dgm:pt>
    <dgm:pt modelId="{20EE91A6-E2CB-4A5B-A796-0725E91F16C3}">
      <dgm:prSet/>
      <dgm:spPr/>
      <dgm:t>
        <a:bodyPr/>
        <a:lstStyle/>
        <a:p>
          <a:r>
            <a:rPr lang="es-MX" dirty="0"/>
            <a:t>Demo de Producto</a:t>
          </a:r>
          <a:endParaRPr lang="es-CL" dirty="0"/>
        </a:p>
      </dgm:t>
    </dgm:pt>
    <dgm:pt modelId="{2E281296-23BF-402A-8C48-C5720C955979}" type="parTrans" cxnId="{E6B4595C-21BE-41E3-BE20-AB9AEE5655F8}">
      <dgm:prSet/>
      <dgm:spPr/>
      <dgm:t>
        <a:bodyPr/>
        <a:lstStyle/>
        <a:p>
          <a:endParaRPr lang="es-CL"/>
        </a:p>
      </dgm:t>
    </dgm:pt>
    <dgm:pt modelId="{27F9D49C-BF65-4FC7-9AA2-57ED65161B3E}" type="sibTrans" cxnId="{E6B4595C-21BE-41E3-BE20-AB9AEE5655F8}">
      <dgm:prSet/>
      <dgm:spPr/>
      <dgm:t>
        <a:bodyPr/>
        <a:lstStyle/>
        <a:p>
          <a:endParaRPr lang="es-CL"/>
        </a:p>
      </dgm:t>
    </dgm:pt>
    <dgm:pt modelId="{C558F6D4-E8B8-4DF0-BA63-745AF48B2C4C}">
      <dgm:prSet/>
      <dgm:spPr/>
      <dgm:t>
        <a:bodyPr/>
        <a:lstStyle/>
        <a:p>
          <a:r>
            <a:rPr lang="es-MX" dirty="0"/>
            <a:t>Levantamiento de información</a:t>
          </a:r>
          <a:endParaRPr lang="es-CL" dirty="0"/>
        </a:p>
      </dgm:t>
    </dgm:pt>
    <dgm:pt modelId="{14F0F1C9-28CC-4D51-971C-5D87BD9E2D80}" type="parTrans" cxnId="{F7CF4470-5021-4478-B624-CDC28C323922}">
      <dgm:prSet/>
      <dgm:spPr/>
      <dgm:t>
        <a:bodyPr/>
        <a:lstStyle/>
        <a:p>
          <a:endParaRPr lang="es-CL"/>
        </a:p>
      </dgm:t>
    </dgm:pt>
    <dgm:pt modelId="{CD6038F8-A33C-4FD9-91AA-B8BAD2BBF253}" type="sibTrans" cxnId="{F7CF4470-5021-4478-B624-CDC28C323922}">
      <dgm:prSet/>
      <dgm:spPr/>
      <dgm:t>
        <a:bodyPr/>
        <a:lstStyle/>
        <a:p>
          <a:endParaRPr lang="es-CL"/>
        </a:p>
      </dgm:t>
    </dgm:pt>
    <dgm:pt modelId="{6F0A9043-167B-40B6-9352-D86E206CE9F4}">
      <dgm:prSet/>
      <dgm:spPr/>
      <dgm:t>
        <a:bodyPr/>
        <a:lstStyle/>
        <a:p>
          <a:r>
            <a:rPr lang="es-MX" dirty="0"/>
            <a:t>Diseño de escenarios</a:t>
          </a:r>
          <a:endParaRPr lang="es-CL" dirty="0"/>
        </a:p>
      </dgm:t>
    </dgm:pt>
    <dgm:pt modelId="{101E72E0-7D6F-43DA-8684-43A81488C329}" type="parTrans" cxnId="{CCD81493-FFD4-4F64-BAD0-1B8D41813C43}">
      <dgm:prSet/>
      <dgm:spPr/>
      <dgm:t>
        <a:bodyPr/>
        <a:lstStyle/>
        <a:p>
          <a:endParaRPr lang="es-CL"/>
        </a:p>
      </dgm:t>
    </dgm:pt>
    <dgm:pt modelId="{36958C0B-C1C9-45E6-B559-978E0E09709E}" type="sibTrans" cxnId="{CCD81493-FFD4-4F64-BAD0-1B8D41813C43}">
      <dgm:prSet/>
      <dgm:spPr/>
      <dgm:t>
        <a:bodyPr/>
        <a:lstStyle/>
        <a:p>
          <a:endParaRPr lang="es-CL"/>
        </a:p>
      </dgm:t>
    </dgm:pt>
    <dgm:pt modelId="{A1F043D0-C0C3-4292-A40E-0CA87AD5B4A3}">
      <dgm:prSet/>
      <dgm:spPr/>
      <dgm:t>
        <a:bodyPr/>
        <a:lstStyle/>
        <a:p>
          <a:r>
            <a:rPr lang="es-MX" dirty="0"/>
            <a:t>Control de cambios</a:t>
          </a:r>
          <a:endParaRPr lang="es-CL" dirty="0"/>
        </a:p>
      </dgm:t>
    </dgm:pt>
    <dgm:pt modelId="{83A32B2B-DFA6-4703-85FC-49B3489A4887}" type="parTrans" cxnId="{80FBEF48-0846-43CB-931B-4D6079772D32}">
      <dgm:prSet/>
      <dgm:spPr/>
      <dgm:t>
        <a:bodyPr/>
        <a:lstStyle/>
        <a:p>
          <a:endParaRPr lang="es-CL"/>
        </a:p>
      </dgm:t>
    </dgm:pt>
    <dgm:pt modelId="{11846408-54D9-4200-B64A-E65BC4C4F206}" type="sibTrans" cxnId="{80FBEF48-0846-43CB-931B-4D6079772D32}">
      <dgm:prSet/>
      <dgm:spPr/>
      <dgm:t>
        <a:bodyPr/>
        <a:lstStyle/>
        <a:p>
          <a:endParaRPr lang="es-CL"/>
        </a:p>
      </dgm:t>
    </dgm:pt>
    <dgm:pt modelId="{115C222D-E816-4887-8F70-C741937A215A}" type="pres">
      <dgm:prSet presAssocID="{C720AB6A-8982-4669-84AD-4489995E7293}" presName="hierChild1" presStyleCnt="0">
        <dgm:presLayoutVars>
          <dgm:orgChart val="1"/>
          <dgm:chPref val="1"/>
          <dgm:dir/>
          <dgm:animOne val="branch"/>
          <dgm:animLvl val="lvl"/>
          <dgm:resizeHandles/>
        </dgm:presLayoutVars>
      </dgm:prSet>
      <dgm:spPr/>
    </dgm:pt>
    <dgm:pt modelId="{4E9E1D17-1D1B-4706-A170-EDD79E55FDCE}" type="pres">
      <dgm:prSet presAssocID="{C5841F77-BFBA-4342-9E8E-05840D6103F9}" presName="hierRoot1" presStyleCnt="0">
        <dgm:presLayoutVars>
          <dgm:hierBranch val="init"/>
        </dgm:presLayoutVars>
      </dgm:prSet>
      <dgm:spPr/>
    </dgm:pt>
    <dgm:pt modelId="{D71472F3-B623-47E5-B4EE-5F1B902B5068}" type="pres">
      <dgm:prSet presAssocID="{C5841F77-BFBA-4342-9E8E-05840D6103F9}" presName="rootComposite1" presStyleCnt="0"/>
      <dgm:spPr/>
    </dgm:pt>
    <dgm:pt modelId="{ED03A757-EF88-43A7-9F7C-5DA7F0745A09}" type="pres">
      <dgm:prSet presAssocID="{C5841F77-BFBA-4342-9E8E-05840D6103F9}" presName="rootText1" presStyleLbl="node0" presStyleIdx="0" presStyleCnt="1">
        <dgm:presLayoutVars>
          <dgm:chPref val="3"/>
        </dgm:presLayoutVars>
      </dgm:prSet>
      <dgm:spPr/>
    </dgm:pt>
    <dgm:pt modelId="{9B558EAE-F735-4B12-BA44-7A149E8ADFF6}" type="pres">
      <dgm:prSet presAssocID="{C5841F77-BFBA-4342-9E8E-05840D6103F9}" presName="rootConnector1" presStyleLbl="node1" presStyleIdx="0" presStyleCnt="0"/>
      <dgm:spPr/>
    </dgm:pt>
    <dgm:pt modelId="{E0947D23-E040-40CC-AE1C-6FC1F207711E}" type="pres">
      <dgm:prSet presAssocID="{C5841F77-BFBA-4342-9E8E-05840D6103F9}" presName="hierChild2" presStyleCnt="0"/>
      <dgm:spPr/>
    </dgm:pt>
    <dgm:pt modelId="{2679E9CD-4AFC-446D-91D5-447A6CE91972}" type="pres">
      <dgm:prSet presAssocID="{A145B83D-920A-49B0-8318-34A58CC4F684}" presName="Name37" presStyleLbl="parChTrans1D2" presStyleIdx="0" presStyleCnt="5"/>
      <dgm:spPr/>
    </dgm:pt>
    <dgm:pt modelId="{95352809-EADE-43B5-8422-1FEAE8C9B9D9}" type="pres">
      <dgm:prSet presAssocID="{43DEE993-6523-4D0F-86E9-F86B6B88F560}" presName="hierRoot2" presStyleCnt="0">
        <dgm:presLayoutVars>
          <dgm:hierBranch val="init"/>
        </dgm:presLayoutVars>
      </dgm:prSet>
      <dgm:spPr/>
    </dgm:pt>
    <dgm:pt modelId="{7E132DE1-C414-409A-8EE8-9807213555E7}" type="pres">
      <dgm:prSet presAssocID="{43DEE993-6523-4D0F-86E9-F86B6B88F560}" presName="rootComposite" presStyleCnt="0"/>
      <dgm:spPr/>
    </dgm:pt>
    <dgm:pt modelId="{20DC4705-0BE0-4F56-A8EB-15716E0D1985}" type="pres">
      <dgm:prSet presAssocID="{43DEE993-6523-4D0F-86E9-F86B6B88F560}" presName="rootText" presStyleLbl="node2" presStyleIdx="0" presStyleCnt="5">
        <dgm:presLayoutVars>
          <dgm:chPref val="3"/>
        </dgm:presLayoutVars>
      </dgm:prSet>
      <dgm:spPr/>
    </dgm:pt>
    <dgm:pt modelId="{A53A9704-45F8-4661-8613-4D567C5B8AA8}" type="pres">
      <dgm:prSet presAssocID="{43DEE993-6523-4D0F-86E9-F86B6B88F560}" presName="rootConnector" presStyleLbl="node2" presStyleIdx="0" presStyleCnt="5"/>
      <dgm:spPr/>
    </dgm:pt>
    <dgm:pt modelId="{8AA6CD50-B9B8-42E7-BC67-FE2591E01B27}" type="pres">
      <dgm:prSet presAssocID="{43DEE993-6523-4D0F-86E9-F86B6B88F560}" presName="hierChild4" presStyleCnt="0"/>
      <dgm:spPr/>
    </dgm:pt>
    <dgm:pt modelId="{6F03FFE3-F36D-44C2-8C33-0F9D35D949C7}" type="pres">
      <dgm:prSet presAssocID="{0A5BA40C-B89F-4F8A-99B0-FD5D7EBDE91F}" presName="Name37" presStyleLbl="parChTrans1D3" presStyleIdx="0" presStyleCnt="20"/>
      <dgm:spPr/>
    </dgm:pt>
    <dgm:pt modelId="{9C39275F-3D2E-4E77-B889-3ED809A06C0D}" type="pres">
      <dgm:prSet presAssocID="{9AF06F88-5488-40BB-8C4E-7136D12D8A11}" presName="hierRoot2" presStyleCnt="0">
        <dgm:presLayoutVars>
          <dgm:hierBranch val="init"/>
        </dgm:presLayoutVars>
      </dgm:prSet>
      <dgm:spPr/>
    </dgm:pt>
    <dgm:pt modelId="{CAC8927C-9970-4A55-A966-372A8ADC0FA5}" type="pres">
      <dgm:prSet presAssocID="{9AF06F88-5488-40BB-8C4E-7136D12D8A11}" presName="rootComposite" presStyleCnt="0"/>
      <dgm:spPr/>
    </dgm:pt>
    <dgm:pt modelId="{6A3A00ED-9A26-4566-A19B-0720E9A8D996}" type="pres">
      <dgm:prSet presAssocID="{9AF06F88-5488-40BB-8C4E-7136D12D8A11}" presName="rootText" presStyleLbl="node3" presStyleIdx="0" presStyleCnt="20">
        <dgm:presLayoutVars>
          <dgm:chPref val="3"/>
        </dgm:presLayoutVars>
      </dgm:prSet>
      <dgm:spPr/>
    </dgm:pt>
    <dgm:pt modelId="{3C93BA75-AE09-44D8-9DEE-E75ABC5CC226}" type="pres">
      <dgm:prSet presAssocID="{9AF06F88-5488-40BB-8C4E-7136D12D8A11}" presName="rootConnector" presStyleLbl="node3" presStyleIdx="0" presStyleCnt="20"/>
      <dgm:spPr/>
    </dgm:pt>
    <dgm:pt modelId="{F276269B-8747-4E16-BAAA-CDA6D1E6EB0E}" type="pres">
      <dgm:prSet presAssocID="{9AF06F88-5488-40BB-8C4E-7136D12D8A11}" presName="hierChild4" presStyleCnt="0"/>
      <dgm:spPr/>
    </dgm:pt>
    <dgm:pt modelId="{08A34AFC-85CA-4F78-9375-1B5EC3962E4E}" type="pres">
      <dgm:prSet presAssocID="{9AF06F88-5488-40BB-8C4E-7136D12D8A11}" presName="hierChild5" presStyleCnt="0"/>
      <dgm:spPr/>
    </dgm:pt>
    <dgm:pt modelId="{6B9FF73E-8F96-43A3-974E-D4791F7B7F66}" type="pres">
      <dgm:prSet presAssocID="{14F0F1C9-28CC-4D51-971C-5D87BD9E2D80}" presName="Name37" presStyleLbl="parChTrans1D3" presStyleIdx="1" presStyleCnt="20"/>
      <dgm:spPr/>
    </dgm:pt>
    <dgm:pt modelId="{3EE31C7F-5850-4E4D-A6E9-405394E21167}" type="pres">
      <dgm:prSet presAssocID="{C558F6D4-E8B8-4DF0-BA63-745AF48B2C4C}" presName="hierRoot2" presStyleCnt="0">
        <dgm:presLayoutVars>
          <dgm:hierBranch val="init"/>
        </dgm:presLayoutVars>
      </dgm:prSet>
      <dgm:spPr/>
    </dgm:pt>
    <dgm:pt modelId="{0A73B71E-7B11-49F4-8E04-A2D7D5CDA7D2}" type="pres">
      <dgm:prSet presAssocID="{C558F6D4-E8B8-4DF0-BA63-745AF48B2C4C}" presName="rootComposite" presStyleCnt="0"/>
      <dgm:spPr/>
    </dgm:pt>
    <dgm:pt modelId="{FA1AC1A9-3BA1-44D4-BFD2-6CB055A2C645}" type="pres">
      <dgm:prSet presAssocID="{C558F6D4-E8B8-4DF0-BA63-745AF48B2C4C}" presName="rootText" presStyleLbl="node3" presStyleIdx="1" presStyleCnt="20">
        <dgm:presLayoutVars>
          <dgm:chPref val="3"/>
        </dgm:presLayoutVars>
      </dgm:prSet>
      <dgm:spPr/>
    </dgm:pt>
    <dgm:pt modelId="{BC5281AD-2453-4B7B-8195-037A80CDF919}" type="pres">
      <dgm:prSet presAssocID="{C558F6D4-E8B8-4DF0-BA63-745AF48B2C4C}" presName="rootConnector" presStyleLbl="node3" presStyleIdx="1" presStyleCnt="20"/>
      <dgm:spPr/>
    </dgm:pt>
    <dgm:pt modelId="{AE6E2B22-3DD4-4140-B102-F23453491CF0}" type="pres">
      <dgm:prSet presAssocID="{C558F6D4-E8B8-4DF0-BA63-745AF48B2C4C}" presName="hierChild4" presStyleCnt="0"/>
      <dgm:spPr/>
    </dgm:pt>
    <dgm:pt modelId="{37E634CB-CEC8-43B7-88B1-3C2A9A82C38E}" type="pres">
      <dgm:prSet presAssocID="{C558F6D4-E8B8-4DF0-BA63-745AF48B2C4C}" presName="hierChild5" presStyleCnt="0"/>
      <dgm:spPr/>
    </dgm:pt>
    <dgm:pt modelId="{1F9DA5FF-6DC9-4930-A060-017B49D7EE01}" type="pres">
      <dgm:prSet presAssocID="{93DAD6D3-BF37-4607-9D6B-FC10C98396EB}" presName="Name37" presStyleLbl="parChTrans1D3" presStyleIdx="2" presStyleCnt="20"/>
      <dgm:spPr/>
    </dgm:pt>
    <dgm:pt modelId="{6E955838-4459-4B3D-944D-368370269332}" type="pres">
      <dgm:prSet presAssocID="{9CE47A68-4991-40B3-A34C-68676E4E0985}" presName="hierRoot2" presStyleCnt="0">
        <dgm:presLayoutVars>
          <dgm:hierBranch val="init"/>
        </dgm:presLayoutVars>
      </dgm:prSet>
      <dgm:spPr/>
    </dgm:pt>
    <dgm:pt modelId="{07CD4322-35B7-4CBA-A4CA-027DC68FB08B}" type="pres">
      <dgm:prSet presAssocID="{9CE47A68-4991-40B3-A34C-68676E4E0985}" presName="rootComposite" presStyleCnt="0"/>
      <dgm:spPr/>
    </dgm:pt>
    <dgm:pt modelId="{CFF750AF-06F8-43F7-A532-2D6B2745D734}" type="pres">
      <dgm:prSet presAssocID="{9CE47A68-4991-40B3-A34C-68676E4E0985}" presName="rootText" presStyleLbl="node3" presStyleIdx="2" presStyleCnt="20">
        <dgm:presLayoutVars>
          <dgm:chPref val="3"/>
        </dgm:presLayoutVars>
      </dgm:prSet>
      <dgm:spPr/>
    </dgm:pt>
    <dgm:pt modelId="{27C65EF3-EAC0-4977-9C2B-22E6E2811BB8}" type="pres">
      <dgm:prSet presAssocID="{9CE47A68-4991-40B3-A34C-68676E4E0985}" presName="rootConnector" presStyleLbl="node3" presStyleIdx="2" presStyleCnt="20"/>
      <dgm:spPr/>
    </dgm:pt>
    <dgm:pt modelId="{AB91F7F9-9FC6-4FCB-B88F-A34E1D64C0B5}" type="pres">
      <dgm:prSet presAssocID="{9CE47A68-4991-40B3-A34C-68676E4E0985}" presName="hierChild4" presStyleCnt="0"/>
      <dgm:spPr/>
    </dgm:pt>
    <dgm:pt modelId="{E1594CDF-8DF8-4160-9DF4-0B96E61E8FBD}" type="pres">
      <dgm:prSet presAssocID="{9CE47A68-4991-40B3-A34C-68676E4E0985}" presName="hierChild5" presStyleCnt="0"/>
      <dgm:spPr/>
    </dgm:pt>
    <dgm:pt modelId="{EFDD0CB9-A348-4A29-8F1D-A80AC76FB55E}" type="pres">
      <dgm:prSet presAssocID="{43DEE993-6523-4D0F-86E9-F86B6B88F560}" presName="hierChild5" presStyleCnt="0"/>
      <dgm:spPr/>
    </dgm:pt>
    <dgm:pt modelId="{3C4DCF8F-7A20-4822-A213-EBA1FACFFB71}" type="pres">
      <dgm:prSet presAssocID="{0CEBA743-A13E-48FF-98DC-7FC14A2F35F5}" presName="Name37" presStyleLbl="parChTrans1D2" presStyleIdx="1" presStyleCnt="5"/>
      <dgm:spPr/>
    </dgm:pt>
    <dgm:pt modelId="{6AAFD7B0-5806-443E-86C9-04039FA01604}" type="pres">
      <dgm:prSet presAssocID="{AF905B9E-684D-4234-B23F-60D424D3CE09}" presName="hierRoot2" presStyleCnt="0">
        <dgm:presLayoutVars>
          <dgm:hierBranch val="init"/>
        </dgm:presLayoutVars>
      </dgm:prSet>
      <dgm:spPr/>
    </dgm:pt>
    <dgm:pt modelId="{4B840285-7C22-465A-9193-7B44DB86CDB1}" type="pres">
      <dgm:prSet presAssocID="{AF905B9E-684D-4234-B23F-60D424D3CE09}" presName="rootComposite" presStyleCnt="0"/>
      <dgm:spPr/>
    </dgm:pt>
    <dgm:pt modelId="{CD015E9C-FCAA-46BE-87DA-61A66974C975}" type="pres">
      <dgm:prSet presAssocID="{AF905B9E-684D-4234-B23F-60D424D3CE09}" presName="rootText" presStyleLbl="node2" presStyleIdx="1" presStyleCnt="5">
        <dgm:presLayoutVars>
          <dgm:chPref val="3"/>
        </dgm:presLayoutVars>
      </dgm:prSet>
      <dgm:spPr/>
    </dgm:pt>
    <dgm:pt modelId="{B5A618C3-247C-4238-8D02-1FBADFC3D745}" type="pres">
      <dgm:prSet presAssocID="{AF905B9E-684D-4234-B23F-60D424D3CE09}" presName="rootConnector" presStyleLbl="node2" presStyleIdx="1" presStyleCnt="5"/>
      <dgm:spPr/>
    </dgm:pt>
    <dgm:pt modelId="{C7CBD464-4A11-4E2D-A09E-3AB204446176}" type="pres">
      <dgm:prSet presAssocID="{AF905B9E-684D-4234-B23F-60D424D3CE09}" presName="hierChild4" presStyleCnt="0"/>
      <dgm:spPr/>
    </dgm:pt>
    <dgm:pt modelId="{48068BFD-BC16-42FA-AD74-45280EABA48B}" type="pres">
      <dgm:prSet presAssocID="{2DAB0EF5-DF76-4268-803C-9E5CE62A60D7}" presName="Name37" presStyleLbl="parChTrans1D3" presStyleIdx="3" presStyleCnt="20"/>
      <dgm:spPr/>
    </dgm:pt>
    <dgm:pt modelId="{54E4974A-A169-40FF-B7EE-109C8F2A988B}" type="pres">
      <dgm:prSet presAssocID="{A32DBAE8-D1A6-41C1-AD79-B2CFA83EE00F}" presName="hierRoot2" presStyleCnt="0">
        <dgm:presLayoutVars>
          <dgm:hierBranch val="init"/>
        </dgm:presLayoutVars>
      </dgm:prSet>
      <dgm:spPr/>
    </dgm:pt>
    <dgm:pt modelId="{D8C74A27-927F-4491-98FB-F02F51B5EB65}" type="pres">
      <dgm:prSet presAssocID="{A32DBAE8-D1A6-41C1-AD79-B2CFA83EE00F}" presName="rootComposite" presStyleCnt="0"/>
      <dgm:spPr/>
    </dgm:pt>
    <dgm:pt modelId="{6BEB21F4-D0DD-45C2-8926-987EEC5E49D7}" type="pres">
      <dgm:prSet presAssocID="{A32DBAE8-D1A6-41C1-AD79-B2CFA83EE00F}" presName="rootText" presStyleLbl="node3" presStyleIdx="3" presStyleCnt="20">
        <dgm:presLayoutVars>
          <dgm:chPref val="3"/>
        </dgm:presLayoutVars>
      </dgm:prSet>
      <dgm:spPr/>
    </dgm:pt>
    <dgm:pt modelId="{4F07A8B3-99D3-4598-AC67-DD892920601E}" type="pres">
      <dgm:prSet presAssocID="{A32DBAE8-D1A6-41C1-AD79-B2CFA83EE00F}" presName="rootConnector" presStyleLbl="node3" presStyleIdx="3" presStyleCnt="20"/>
      <dgm:spPr/>
    </dgm:pt>
    <dgm:pt modelId="{8B85F3DE-7A31-4CBF-9B02-D23AF373B1AA}" type="pres">
      <dgm:prSet presAssocID="{A32DBAE8-D1A6-41C1-AD79-B2CFA83EE00F}" presName="hierChild4" presStyleCnt="0"/>
      <dgm:spPr/>
    </dgm:pt>
    <dgm:pt modelId="{DAA60A33-A55B-477A-958A-8B08C5753405}" type="pres">
      <dgm:prSet presAssocID="{A32DBAE8-D1A6-41C1-AD79-B2CFA83EE00F}" presName="hierChild5" presStyleCnt="0"/>
      <dgm:spPr/>
    </dgm:pt>
    <dgm:pt modelId="{117537B8-6586-4A68-91D2-5610C5E008CA}" type="pres">
      <dgm:prSet presAssocID="{F09300AA-1468-4691-BFA0-C96CC3F2F107}" presName="Name37" presStyleLbl="parChTrans1D3" presStyleIdx="4" presStyleCnt="20"/>
      <dgm:spPr/>
    </dgm:pt>
    <dgm:pt modelId="{C345E97D-9610-4517-BE6E-FC324CE38024}" type="pres">
      <dgm:prSet presAssocID="{0F275372-191E-4F34-9DF3-A0E979187307}" presName="hierRoot2" presStyleCnt="0">
        <dgm:presLayoutVars>
          <dgm:hierBranch val="init"/>
        </dgm:presLayoutVars>
      </dgm:prSet>
      <dgm:spPr/>
    </dgm:pt>
    <dgm:pt modelId="{9EBEFF84-BD5F-479E-BFAF-B3C0AC58B818}" type="pres">
      <dgm:prSet presAssocID="{0F275372-191E-4F34-9DF3-A0E979187307}" presName="rootComposite" presStyleCnt="0"/>
      <dgm:spPr/>
    </dgm:pt>
    <dgm:pt modelId="{AC64D9FE-D330-4C58-BAA8-D4A4AC66C5DB}" type="pres">
      <dgm:prSet presAssocID="{0F275372-191E-4F34-9DF3-A0E979187307}" presName="rootText" presStyleLbl="node3" presStyleIdx="4" presStyleCnt="20">
        <dgm:presLayoutVars>
          <dgm:chPref val="3"/>
        </dgm:presLayoutVars>
      </dgm:prSet>
      <dgm:spPr/>
    </dgm:pt>
    <dgm:pt modelId="{76D87D32-D4CA-4FB3-8BB7-090CEE1318C7}" type="pres">
      <dgm:prSet presAssocID="{0F275372-191E-4F34-9DF3-A0E979187307}" presName="rootConnector" presStyleLbl="node3" presStyleIdx="4" presStyleCnt="20"/>
      <dgm:spPr/>
    </dgm:pt>
    <dgm:pt modelId="{BDE5FDAC-301F-4458-A867-9C2FC88E19D1}" type="pres">
      <dgm:prSet presAssocID="{0F275372-191E-4F34-9DF3-A0E979187307}" presName="hierChild4" presStyleCnt="0"/>
      <dgm:spPr/>
    </dgm:pt>
    <dgm:pt modelId="{530DD76D-054A-4AC3-9582-4CF166F71E4F}" type="pres">
      <dgm:prSet presAssocID="{0F275372-191E-4F34-9DF3-A0E979187307}" presName="hierChild5" presStyleCnt="0"/>
      <dgm:spPr/>
    </dgm:pt>
    <dgm:pt modelId="{F6576A39-7A7C-4552-B846-6322775063B8}" type="pres">
      <dgm:prSet presAssocID="{FAB32CE5-4D2D-413E-A6E3-8BB34398BBCF}" presName="Name37" presStyleLbl="parChTrans1D3" presStyleIdx="5" presStyleCnt="20"/>
      <dgm:spPr/>
    </dgm:pt>
    <dgm:pt modelId="{F3D75E4C-DD35-4F16-8433-C601C0B5C6BB}" type="pres">
      <dgm:prSet presAssocID="{A148E89C-0946-4591-8A3E-53331130A91A}" presName="hierRoot2" presStyleCnt="0">
        <dgm:presLayoutVars>
          <dgm:hierBranch val="init"/>
        </dgm:presLayoutVars>
      </dgm:prSet>
      <dgm:spPr/>
    </dgm:pt>
    <dgm:pt modelId="{42426C93-140F-41B9-80F7-258CA8E74BD3}" type="pres">
      <dgm:prSet presAssocID="{A148E89C-0946-4591-8A3E-53331130A91A}" presName="rootComposite" presStyleCnt="0"/>
      <dgm:spPr/>
    </dgm:pt>
    <dgm:pt modelId="{C01E5C9A-854C-44BC-954C-A2A88D87C11C}" type="pres">
      <dgm:prSet presAssocID="{A148E89C-0946-4591-8A3E-53331130A91A}" presName="rootText" presStyleLbl="node3" presStyleIdx="5" presStyleCnt="20">
        <dgm:presLayoutVars>
          <dgm:chPref val="3"/>
        </dgm:presLayoutVars>
      </dgm:prSet>
      <dgm:spPr/>
    </dgm:pt>
    <dgm:pt modelId="{94C0C5E0-E737-4216-ABC7-75A245C48172}" type="pres">
      <dgm:prSet presAssocID="{A148E89C-0946-4591-8A3E-53331130A91A}" presName="rootConnector" presStyleLbl="node3" presStyleIdx="5" presStyleCnt="20"/>
      <dgm:spPr/>
    </dgm:pt>
    <dgm:pt modelId="{C425C7D9-11C7-4933-9728-60F2F5EEAB86}" type="pres">
      <dgm:prSet presAssocID="{A148E89C-0946-4591-8A3E-53331130A91A}" presName="hierChild4" presStyleCnt="0"/>
      <dgm:spPr/>
    </dgm:pt>
    <dgm:pt modelId="{093EFDA7-3946-4485-A7FD-608C25D2FD07}" type="pres">
      <dgm:prSet presAssocID="{A148E89C-0946-4591-8A3E-53331130A91A}" presName="hierChild5" presStyleCnt="0"/>
      <dgm:spPr/>
    </dgm:pt>
    <dgm:pt modelId="{CDC613A4-87DB-424A-BABC-2EF56C00EA14}" type="pres">
      <dgm:prSet presAssocID="{1A5E89CA-154E-4DFA-A4D5-89782F598294}" presName="Name37" presStyleLbl="parChTrans1D3" presStyleIdx="6" presStyleCnt="20"/>
      <dgm:spPr/>
    </dgm:pt>
    <dgm:pt modelId="{8566A770-1C05-4956-A516-7AA1C3B6EC2B}" type="pres">
      <dgm:prSet presAssocID="{FA20FF2B-704A-47CF-AF48-DD4A8D1ECEE8}" presName="hierRoot2" presStyleCnt="0">
        <dgm:presLayoutVars>
          <dgm:hierBranch val="init"/>
        </dgm:presLayoutVars>
      </dgm:prSet>
      <dgm:spPr/>
    </dgm:pt>
    <dgm:pt modelId="{33A3015E-FB6D-400C-9DBF-3CBD6005B9CD}" type="pres">
      <dgm:prSet presAssocID="{FA20FF2B-704A-47CF-AF48-DD4A8D1ECEE8}" presName="rootComposite" presStyleCnt="0"/>
      <dgm:spPr/>
    </dgm:pt>
    <dgm:pt modelId="{60C77DAD-FBB0-4663-AE35-7AAF2D9193DC}" type="pres">
      <dgm:prSet presAssocID="{FA20FF2B-704A-47CF-AF48-DD4A8D1ECEE8}" presName="rootText" presStyleLbl="node3" presStyleIdx="6" presStyleCnt="20">
        <dgm:presLayoutVars>
          <dgm:chPref val="3"/>
        </dgm:presLayoutVars>
      </dgm:prSet>
      <dgm:spPr/>
    </dgm:pt>
    <dgm:pt modelId="{73E3BE23-E9B3-435D-8C22-2586D71A9225}" type="pres">
      <dgm:prSet presAssocID="{FA20FF2B-704A-47CF-AF48-DD4A8D1ECEE8}" presName="rootConnector" presStyleLbl="node3" presStyleIdx="6" presStyleCnt="20"/>
      <dgm:spPr/>
    </dgm:pt>
    <dgm:pt modelId="{AF4A2C51-BCF9-4280-B866-B258C1E3175B}" type="pres">
      <dgm:prSet presAssocID="{FA20FF2B-704A-47CF-AF48-DD4A8D1ECEE8}" presName="hierChild4" presStyleCnt="0"/>
      <dgm:spPr/>
    </dgm:pt>
    <dgm:pt modelId="{71C6D3ED-8407-4DE8-AEF5-CB0430127978}" type="pres">
      <dgm:prSet presAssocID="{FA20FF2B-704A-47CF-AF48-DD4A8D1ECEE8}" presName="hierChild5" presStyleCnt="0"/>
      <dgm:spPr/>
    </dgm:pt>
    <dgm:pt modelId="{BA991F46-6A22-4EEE-A412-D2C9D2262F74}" type="pres">
      <dgm:prSet presAssocID="{AF905B9E-684D-4234-B23F-60D424D3CE09}" presName="hierChild5" presStyleCnt="0"/>
      <dgm:spPr/>
    </dgm:pt>
    <dgm:pt modelId="{9BCDD902-0FB0-4247-89AF-1BA5BE1D6E13}" type="pres">
      <dgm:prSet presAssocID="{840D694F-CB5D-41CA-A844-6FF7A2C52841}" presName="Name37" presStyleLbl="parChTrans1D2" presStyleIdx="2" presStyleCnt="5"/>
      <dgm:spPr/>
    </dgm:pt>
    <dgm:pt modelId="{A57FFDFC-3F9C-4307-81A6-A0307EAD9B4B}" type="pres">
      <dgm:prSet presAssocID="{200E0072-5DD1-436E-B7E4-606F9EA9788B}" presName="hierRoot2" presStyleCnt="0">
        <dgm:presLayoutVars>
          <dgm:hierBranch val="init"/>
        </dgm:presLayoutVars>
      </dgm:prSet>
      <dgm:spPr/>
    </dgm:pt>
    <dgm:pt modelId="{68D3B1B6-DC74-4D53-A7E8-9FA5E74A77D6}" type="pres">
      <dgm:prSet presAssocID="{200E0072-5DD1-436E-B7E4-606F9EA9788B}" presName="rootComposite" presStyleCnt="0"/>
      <dgm:spPr/>
    </dgm:pt>
    <dgm:pt modelId="{2873C7D8-7CCC-4850-B90E-C525EFB3BDBF}" type="pres">
      <dgm:prSet presAssocID="{200E0072-5DD1-436E-B7E4-606F9EA9788B}" presName="rootText" presStyleLbl="node2" presStyleIdx="2" presStyleCnt="5">
        <dgm:presLayoutVars>
          <dgm:chPref val="3"/>
        </dgm:presLayoutVars>
      </dgm:prSet>
      <dgm:spPr/>
    </dgm:pt>
    <dgm:pt modelId="{9EAA8CFE-BCBC-49F2-97BE-96B5BD180FEB}" type="pres">
      <dgm:prSet presAssocID="{200E0072-5DD1-436E-B7E4-606F9EA9788B}" presName="rootConnector" presStyleLbl="node2" presStyleIdx="2" presStyleCnt="5"/>
      <dgm:spPr/>
    </dgm:pt>
    <dgm:pt modelId="{2CFBF384-29E0-4362-862F-9863934D8B56}" type="pres">
      <dgm:prSet presAssocID="{200E0072-5DD1-436E-B7E4-606F9EA9788B}" presName="hierChild4" presStyleCnt="0"/>
      <dgm:spPr/>
    </dgm:pt>
    <dgm:pt modelId="{582FCED3-0623-436B-B46E-4A7F73C95628}" type="pres">
      <dgm:prSet presAssocID="{C8D347A2-9DFA-4926-8CD3-81E8D47004A6}" presName="Name37" presStyleLbl="parChTrans1D3" presStyleIdx="7" presStyleCnt="20"/>
      <dgm:spPr/>
    </dgm:pt>
    <dgm:pt modelId="{154D3137-BBED-4299-80D6-4EF508EB2F5D}" type="pres">
      <dgm:prSet presAssocID="{490ADD49-1349-47EE-B77A-8CD186BB218E}" presName="hierRoot2" presStyleCnt="0">
        <dgm:presLayoutVars>
          <dgm:hierBranch val="init"/>
        </dgm:presLayoutVars>
      </dgm:prSet>
      <dgm:spPr/>
    </dgm:pt>
    <dgm:pt modelId="{7273EFA0-48F0-4960-80CB-8EBFDA280F6E}" type="pres">
      <dgm:prSet presAssocID="{490ADD49-1349-47EE-B77A-8CD186BB218E}" presName="rootComposite" presStyleCnt="0"/>
      <dgm:spPr/>
    </dgm:pt>
    <dgm:pt modelId="{BBBBDC89-AB32-4363-A575-06C564BB4BAE}" type="pres">
      <dgm:prSet presAssocID="{490ADD49-1349-47EE-B77A-8CD186BB218E}" presName="rootText" presStyleLbl="node3" presStyleIdx="7" presStyleCnt="20">
        <dgm:presLayoutVars>
          <dgm:chPref val="3"/>
        </dgm:presLayoutVars>
      </dgm:prSet>
      <dgm:spPr/>
    </dgm:pt>
    <dgm:pt modelId="{26649F49-4C93-4ABC-BD56-C982DF701753}" type="pres">
      <dgm:prSet presAssocID="{490ADD49-1349-47EE-B77A-8CD186BB218E}" presName="rootConnector" presStyleLbl="node3" presStyleIdx="7" presStyleCnt="20"/>
      <dgm:spPr/>
    </dgm:pt>
    <dgm:pt modelId="{117A4640-7370-463F-BCE7-A275A2C25579}" type="pres">
      <dgm:prSet presAssocID="{490ADD49-1349-47EE-B77A-8CD186BB218E}" presName="hierChild4" presStyleCnt="0"/>
      <dgm:spPr/>
    </dgm:pt>
    <dgm:pt modelId="{49099C8F-4B21-4580-8071-83B40D4FFEF1}" type="pres">
      <dgm:prSet presAssocID="{490ADD49-1349-47EE-B77A-8CD186BB218E}" presName="hierChild5" presStyleCnt="0"/>
      <dgm:spPr/>
    </dgm:pt>
    <dgm:pt modelId="{9AA50EDE-DA2A-4007-AA90-1233B1857993}" type="pres">
      <dgm:prSet presAssocID="{1B28F773-A33D-4FD8-9091-86208E2DAE9D}" presName="Name37" presStyleLbl="parChTrans1D3" presStyleIdx="8" presStyleCnt="20"/>
      <dgm:spPr/>
    </dgm:pt>
    <dgm:pt modelId="{ED39C4ED-19F7-4FEF-871E-1564B8FB7714}" type="pres">
      <dgm:prSet presAssocID="{511A4852-3E60-4DE5-82F4-280F9D209135}" presName="hierRoot2" presStyleCnt="0">
        <dgm:presLayoutVars>
          <dgm:hierBranch val="init"/>
        </dgm:presLayoutVars>
      </dgm:prSet>
      <dgm:spPr/>
    </dgm:pt>
    <dgm:pt modelId="{11BE6D7A-91CD-4B10-91E8-C434000BF9CE}" type="pres">
      <dgm:prSet presAssocID="{511A4852-3E60-4DE5-82F4-280F9D209135}" presName="rootComposite" presStyleCnt="0"/>
      <dgm:spPr/>
    </dgm:pt>
    <dgm:pt modelId="{B1DB2B14-2BA3-4F98-9E1A-8657561B9F2D}" type="pres">
      <dgm:prSet presAssocID="{511A4852-3E60-4DE5-82F4-280F9D209135}" presName="rootText" presStyleLbl="node3" presStyleIdx="8" presStyleCnt="20">
        <dgm:presLayoutVars>
          <dgm:chPref val="3"/>
        </dgm:presLayoutVars>
      </dgm:prSet>
      <dgm:spPr/>
    </dgm:pt>
    <dgm:pt modelId="{D180E99A-1612-4340-91E7-D51CA9DF5039}" type="pres">
      <dgm:prSet presAssocID="{511A4852-3E60-4DE5-82F4-280F9D209135}" presName="rootConnector" presStyleLbl="node3" presStyleIdx="8" presStyleCnt="20"/>
      <dgm:spPr/>
    </dgm:pt>
    <dgm:pt modelId="{0A4EDB49-D753-4274-B7A5-A7CCB5E6BEBE}" type="pres">
      <dgm:prSet presAssocID="{511A4852-3E60-4DE5-82F4-280F9D209135}" presName="hierChild4" presStyleCnt="0"/>
      <dgm:spPr/>
    </dgm:pt>
    <dgm:pt modelId="{8BCE88BC-5AFD-40FC-8638-1FF1CBE072DE}" type="pres">
      <dgm:prSet presAssocID="{511A4852-3E60-4DE5-82F4-280F9D209135}" presName="hierChild5" presStyleCnt="0"/>
      <dgm:spPr/>
    </dgm:pt>
    <dgm:pt modelId="{77B9B77D-0662-4571-B7B6-52BFB02E89C8}" type="pres">
      <dgm:prSet presAssocID="{8FD4F929-E004-483C-99A2-2C4705467AF5}" presName="Name37" presStyleLbl="parChTrans1D3" presStyleIdx="9" presStyleCnt="20"/>
      <dgm:spPr/>
    </dgm:pt>
    <dgm:pt modelId="{6E931672-9223-4D0E-A233-2A85CB77FA96}" type="pres">
      <dgm:prSet presAssocID="{D58B9648-B14A-4EA1-B4D6-08810568BEB3}" presName="hierRoot2" presStyleCnt="0">
        <dgm:presLayoutVars>
          <dgm:hierBranch val="init"/>
        </dgm:presLayoutVars>
      </dgm:prSet>
      <dgm:spPr/>
    </dgm:pt>
    <dgm:pt modelId="{A54D8FD9-84D0-424D-A8CD-AA6132B4EDED}" type="pres">
      <dgm:prSet presAssocID="{D58B9648-B14A-4EA1-B4D6-08810568BEB3}" presName="rootComposite" presStyleCnt="0"/>
      <dgm:spPr/>
    </dgm:pt>
    <dgm:pt modelId="{5613C28A-2662-4696-8CA3-C494A349EBF1}" type="pres">
      <dgm:prSet presAssocID="{D58B9648-B14A-4EA1-B4D6-08810568BEB3}" presName="rootText" presStyleLbl="node3" presStyleIdx="9" presStyleCnt="20">
        <dgm:presLayoutVars>
          <dgm:chPref val="3"/>
        </dgm:presLayoutVars>
      </dgm:prSet>
      <dgm:spPr/>
    </dgm:pt>
    <dgm:pt modelId="{453D1CE6-C30C-498A-9026-7B3D50B3BACE}" type="pres">
      <dgm:prSet presAssocID="{D58B9648-B14A-4EA1-B4D6-08810568BEB3}" presName="rootConnector" presStyleLbl="node3" presStyleIdx="9" presStyleCnt="20"/>
      <dgm:spPr/>
    </dgm:pt>
    <dgm:pt modelId="{827ED780-66C7-4F23-AA26-0447AA698A7F}" type="pres">
      <dgm:prSet presAssocID="{D58B9648-B14A-4EA1-B4D6-08810568BEB3}" presName="hierChild4" presStyleCnt="0"/>
      <dgm:spPr/>
    </dgm:pt>
    <dgm:pt modelId="{3AE8E1C2-DCE5-4FF7-8961-EC1CBBA2E984}" type="pres">
      <dgm:prSet presAssocID="{D58B9648-B14A-4EA1-B4D6-08810568BEB3}" presName="hierChild5" presStyleCnt="0"/>
      <dgm:spPr/>
    </dgm:pt>
    <dgm:pt modelId="{D4258FEE-002C-4177-8A25-35C399F0AA36}" type="pres">
      <dgm:prSet presAssocID="{09E6BFDE-C393-47AC-9AB9-2ABC4FD6B402}" presName="Name37" presStyleLbl="parChTrans1D3" presStyleIdx="10" presStyleCnt="20"/>
      <dgm:spPr/>
    </dgm:pt>
    <dgm:pt modelId="{9616BC19-7BE1-4AD9-9612-3369F52A4CAA}" type="pres">
      <dgm:prSet presAssocID="{851396AB-A3B4-441F-A639-DDE556632F04}" presName="hierRoot2" presStyleCnt="0">
        <dgm:presLayoutVars>
          <dgm:hierBranch val="init"/>
        </dgm:presLayoutVars>
      </dgm:prSet>
      <dgm:spPr/>
    </dgm:pt>
    <dgm:pt modelId="{7073A413-2A1F-4B71-B72C-7A36E27B60F8}" type="pres">
      <dgm:prSet presAssocID="{851396AB-A3B4-441F-A639-DDE556632F04}" presName="rootComposite" presStyleCnt="0"/>
      <dgm:spPr/>
    </dgm:pt>
    <dgm:pt modelId="{19B545B8-4F26-4169-A2C3-CE5E8D960506}" type="pres">
      <dgm:prSet presAssocID="{851396AB-A3B4-441F-A639-DDE556632F04}" presName="rootText" presStyleLbl="node3" presStyleIdx="10" presStyleCnt="20">
        <dgm:presLayoutVars>
          <dgm:chPref val="3"/>
        </dgm:presLayoutVars>
      </dgm:prSet>
      <dgm:spPr/>
    </dgm:pt>
    <dgm:pt modelId="{2D1D2350-24A2-47AE-B497-0399C6052938}" type="pres">
      <dgm:prSet presAssocID="{851396AB-A3B4-441F-A639-DDE556632F04}" presName="rootConnector" presStyleLbl="node3" presStyleIdx="10" presStyleCnt="20"/>
      <dgm:spPr/>
    </dgm:pt>
    <dgm:pt modelId="{4A463E2B-93B2-448B-9867-A64E8F6F4E7A}" type="pres">
      <dgm:prSet presAssocID="{851396AB-A3B4-441F-A639-DDE556632F04}" presName="hierChild4" presStyleCnt="0"/>
      <dgm:spPr/>
    </dgm:pt>
    <dgm:pt modelId="{DCE378E1-7846-49AF-9701-DB794CE83BCA}" type="pres">
      <dgm:prSet presAssocID="{851396AB-A3B4-441F-A639-DDE556632F04}" presName="hierChild5" presStyleCnt="0"/>
      <dgm:spPr/>
    </dgm:pt>
    <dgm:pt modelId="{3373EFB5-AB6B-4CE6-9D90-6AFBB047CC08}" type="pres">
      <dgm:prSet presAssocID="{C2D28295-33BB-45E2-A6B1-53FE3C2E0C91}" presName="Name37" presStyleLbl="parChTrans1D3" presStyleIdx="11" presStyleCnt="20"/>
      <dgm:spPr/>
    </dgm:pt>
    <dgm:pt modelId="{818CEFF0-3D37-4AAA-B279-CA4E6CC6458E}" type="pres">
      <dgm:prSet presAssocID="{9D857AD0-0B34-405D-AE54-6DF81871D1A7}" presName="hierRoot2" presStyleCnt="0">
        <dgm:presLayoutVars>
          <dgm:hierBranch val="init"/>
        </dgm:presLayoutVars>
      </dgm:prSet>
      <dgm:spPr/>
    </dgm:pt>
    <dgm:pt modelId="{B55CD303-E30F-4C76-A32F-F004DA888411}" type="pres">
      <dgm:prSet presAssocID="{9D857AD0-0B34-405D-AE54-6DF81871D1A7}" presName="rootComposite" presStyleCnt="0"/>
      <dgm:spPr/>
    </dgm:pt>
    <dgm:pt modelId="{FBE8A3E0-6F2D-4E30-8737-35818B006EE0}" type="pres">
      <dgm:prSet presAssocID="{9D857AD0-0B34-405D-AE54-6DF81871D1A7}" presName="rootText" presStyleLbl="node3" presStyleIdx="11" presStyleCnt="20">
        <dgm:presLayoutVars>
          <dgm:chPref val="3"/>
        </dgm:presLayoutVars>
      </dgm:prSet>
      <dgm:spPr/>
    </dgm:pt>
    <dgm:pt modelId="{002B243A-FF54-458D-B197-B33051E35095}" type="pres">
      <dgm:prSet presAssocID="{9D857AD0-0B34-405D-AE54-6DF81871D1A7}" presName="rootConnector" presStyleLbl="node3" presStyleIdx="11" presStyleCnt="20"/>
      <dgm:spPr/>
    </dgm:pt>
    <dgm:pt modelId="{4CAB1804-F0BF-4099-BF37-03ED1999EE8B}" type="pres">
      <dgm:prSet presAssocID="{9D857AD0-0B34-405D-AE54-6DF81871D1A7}" presName="hierChild4" presStyleCnt="0"/>
      <dgm:spPr/>
    </dgm:pt>
    <dgm:pt modelId="{47DB12CC-02BC-40CE-B38E-28F8448B3765}" type="pres">
      <dgm:prSet presAssocID="{9D857AD0-0B34-405D-AE54-6DF81871D1A7}" presName="hierChild5" presStyleCnt="0"/>
      <dgm:spPr/>
    </dgm:pt>
    <dgm:pt modelId="{E7EA5178-9DCC-4344-ACF2-23DEDBEAE95E}" type="pres">
      <dgm:prSet presAssocID="{200E0072-5DD1-436E-B7E4-606F9EA9788B}" presName="hierChild5" presStyleCnt="0"/>
      <dgm:spPr/>
    </dgm:pt>
    <dgm:pt modelId="{793540FD-F857-4758-808E-A1EB26CBE948}" type="pres">
      <dgm:prSet presAssocID="{0030066D-A7CC-45F3-9D0D-DF3277DF90CE}" presName="Name37" presStyleLbl="parChTrans1D2" presStyleIdx="3" presStyleCnt="5"/>
      <dgm:spPr/>
    </dgm:pt>
    <dgm:pt modelId="{1BE2A62B-7901-4725-BFAE-F6CBB2B0FC18}" type="pres">
      <dgm:prSet presAssocID="{944DFEF5-8DE0-4DB7-9258-D3CB90BA44A0}" presName="hierRoot2" presStyleCnt="0">
        <dgm:presLayoutVars>
          <dgm:hierBranch val="init"/>
        </dgm:presLayoutVars>
      </dgm:prSet>
      <dgm:spPr/>
    </dgm:pt>
    <dgm:pt modelId="{113ED2DF-30EF-4AD9-8702-38289B45173E}" type="pres">
      <dgm:prSet presAssocID="{944DFEF5-8DE0-4DB7-9258-D3CB90BA44A0}" presName="rootComposite" presStyleCnt="0"/>
      <dgm:spPr/>
    </dgm:pt>
    <dgm:pt modelId="{2AC07630-74D3-4BCE-83CD-2251CBA3F8F8}" type="pres">
      <dgm:prSet presAssocID="{944DFEF5-8DE0-4DB7-9258-D3CB90BA44A0}" presName="rootText" presStyleLbl="node2" presStyleIdx="3" presStyleCnt="5">
        <dgm:presLayoutVars>
          <dgm:chPref val="3"/>
        </dgm:presLayoutVars>
      </dgm:prSet>
      <dgm:spPr/>
    </dgm:pt>
    <dgm:pt modelId="{B10A2DA3-3753-45F8-AA7C-572C8BB846E0}" type="pres">
      <dgm:prSet presAssocID="{944DFEF5-8DE0-4DB7-9258-D3CB90BA44A0}" presName="rootConnector" presStyleLbl="node2" presStyleIdx="3" presStyleCnt="5"/>
      <dgm:spPr/>
    </dgm:pt>
    <dgm:pt modelId="{3982ED07-31BE-4821-9BFD-786E593F8340}" type="pres">
      <dgm:prSet presAssocID="{944DFEF5-8DE0-4DB7-9258-D3CB90BA44A0}" presName="hierChild4" presStyleCnt="0"/>
      <dgm:spPr/>
    </dgm:pt>
    <dgm:pt modelId="{AFAD578C-45DA-48B8-AAE7-F6E38E3BCF48}" type="pres">
      <dgm:prSet presAssocID="{037C5873-98DF-447D-841C-0D23729AEE73}" presName="Name37" presStyleLbl="parChTrans1D3" presStyleIdx="12" presStyleCnt="20"/>
      <dgm:spPr/>
    </dgm:pt>
    <dgm:pt modelId="{29B38C00-AD20-49E8-99BC-5F33A5EBC366}" type="pres">
      <dgm:prSet presAssocID="{AB41D210-909B-405E-BB61-5BBBE79AD790}" presName="hierRoot2" presStyleCnt="0">
        <dgm:presLayoutVars>
          <dgm:hierBranch val="init"/>
        </dgm:presLayoutVars>
      </dgm:prSet>
      <dgm:spPr/>
    </dgm:pt>
    <dgm:pt modelId="{9843699C-30BB-4C43-81AD-D2FB4457B7E2}" type="pres">
      <dgm:prSet presAssocID="{AB41D210-909B-405E-BB61-5BBBE79AD790}" presName="rootComposite" presStyleCnt="0"/>
      <dgm:spPr/>
    </dgm:pt>
    <dgm:pt modelId="{E8466326-836B-4304-9640-06DB099CC683}" type="pres">
      <dgm:prSet presAssocID="{AB41D210-909B-405E-BB61-5BBBE79AD790}" presName="rootText" presStyleLbl="node3" presStyleIdx="12" presStyleCnt="20">
        <dgm:presLayoutVars>
          <dgm:chPref val="3"/>
        </dgm:presLayoutVars>
      </dgm:prSet>
      <dgm:spPr/>
    </dgm:pt>
    <dgm:pt modelId="{3D487E07-D660-425F-A0B0-81DC981F00A5}" type="pres">
      <dgm:prSet presAssocID="{AB41D210-909B-405E-BB61-5BBBE79AD790}" presName="rootConnector" presStyleLbl="node3" presStyleIdx="12" presStyleCnt="20"/>
      <dgm:spPr/>
    </dgm:pt>
    <dgm:pt modelId="{FD36D2E2-7D5E-441D-8E99-DAE3EA15E305}" type="pres">
      <dgm:prSet presAssocID="{AB41D210-909B-405E-BB61-5BBBE79AD790}" presName="hierChild4" presStyleCnt="0"/>
      <dgm:spPr/>
    </dgm:pt>
    <dgm:pt modelId="{FFFB42C4-1B17-4427-8EAE-71CA8B0126D6}" type="pres">
      <dgm:prSet presAssocID="{AB41D210-909B-405E-BB61-5BBBE79AD790}" presName="hierChild5" presStyleCnt="0"/>
      <dgm:spPr/>
    </dgm:pt>
    <dgm:pt modelId="{A5A3F679-DDB6-40B3-AA5C-20FBE900954E}" type="pres">
      <dgm:prSet presAssocID="{101E72E0-7D6F-43DA-8684-43A81488C329}" presName="Name37" presStyleLbl="parChTrans1D3" presStyleIdx="13" presStyleCnt="20"/>
      <dgm:spPr/>
    </dgm:pt>
    <dgm:pt modelId="{F84C55FE-FD9A-4B31-B24C-177DF81714E7}" type="pres">
      <dgm:prSet presAssocID="{6F0A9043-167B-40B6-9352-D86E206CE9F4}" presName="hierRoot2" presStyleCnt="0">
        <dgm:presLayoutVars>
          <dgm:hierBranch val="init"/>
        </dgm:presLayoutVars>
      </dgm:prSet>
      <dgm:spPr/>
    </dgm:pt>
    <dgm:pt modelId="{5C854B4C-8380-4F18-A234-EE6B88D477CA}" type="pres">
      <dgm:prSet presAssocID="{6F0A9043-167B-40B6-9352-D86E206CE9F4}" presName="rootComposite" presStyleCnt="0"/>
      <dgm:spPr/>
    </dgm:pt>
    <dgm:pt modelId="{FB0BAC78-E5D5-4343-97D6-CEA87C7693A0}" type="pres">
      <dgm:prSet presAssocID="{6F0A9043-167B-40B6-9352-D86E206CE9F4}" presName="rootText" presStyleLbl="node3" presStyleIdx="13" presStyleCnt="20">
        <dgm:presLayoutVars>
          <dgm:chPref val="3"/>
        </dgm:presLayoutVars>
      </dgm:prSet>
      <dgm:spPr/>
    </dgm:pt>
    <dgm:pt modelId="{06D59679-CA42-405B-87F4-AC8C4BD81130}" type="pres">
      <dgm:prSet presAssocID="{6F0A9043-167B-40B6-9352-D86E206CE9F4}" presName="rootConnector" presStyleLbl="node3" presStyleIdx="13" presStyleCnt="20"/>
      <dgm:spPr/>
    </dgm:pt>
    <dgm:pt modelId="{7836B131-13D6-49EF-B70A-9997492E9C28}" type="pres">
      <dgm:prSet presAssocID="{6F0A9043-167B-40B6-9352-D86E206CE9F4}" presName="hierChild4" presStyleCnt="0"/>
      <dgm:spPr/>
    </dgm:pt>
    <dgm:pt modelId="{DE145B67-3482-4114-93D6-45BC861BBEFF}" type="pres">
      <dgm:prSet presAssocID="{6F0A9043-167B-40B6-9352-D86E206CE9F4}" presName="hierChild5" presStyleCnt="0"/>
      <dgm:spPr/>
    </dgm:pt>
    <dgm:pt modelId="{FF5B2873-7FFA-4BAD-8ACF-0A6F56216B4F}" type="pres">
      <dgm:prSet presAssocID="{279DD677-6C30-4116-B53D-57BCA770F22D}" presName="Name37" presStyleLbl="parChTrans1D3" presStyleIdx="14" presStyleCnt="20"/>
      <dgm:spPr/>
    </dgm:pt>
    <dgm:pt modelId="{7DE195A7-93A7-49F1-880E-AA1DF55D0FE1}" type="pres">
      <dgm:prSet presAssocID="{B17DDB1C-1EFB-4CC6-9BB7-1210B3D1D557}" presName="hierRoot2" presStyleCnt="0">
        <dgm:presLayoutVars>
          <dgm:hierBranch val="init"/>
        </dgm:presLayoutVars>
      </dgm:prSet>
      <dgm:spPr/>
    </dgm:pt>
    <dgm:pt modelId="{5DF712EF-D58F-4282-AA60-2D799C4D91F3}" type="pres">
      <dgm:prSet presAssocID="{B17DDB1C-1EFB-4CC6-9BB7-1210B3D1D557}" presName="rootComposite" presStyleCnt="0"/>
      <dgm:spPr/>
    </dgm:pt>
    <dgm:pt modelId="{AA8A91F3-DFAC-4EED-BC26-C3EA01F62171}" type="pres">
      <dgm:prSet presAssocID="{B17DDB1C-1EFB-4CC6-9BB7-1210B3D1D557}" presName="rootText" presStyleLbl="node3" presStyleIdx="14" presStyleCnt="20">
        <dgm:presLayoutVars>
          <dgm:chPref val="3"/>
        </dgm:presLayoutVars>
      </dgm:prSet>
      <dgm:spPr/>
    </dgm:pt>
    <dgm:pt modelId="{F4E82374-5E4C-446D-8E76-1358A6987252}" type="pres">
      <dgm:prSet presAssocID="{B17DDB1C-1EFB-4CC6-9BB7-1210B3D1D557}" presName="rootConnector" presStyleLbl="node3" presStyleIdx="14" presStyleCnt="20"/>
      <dgm:spPr/>
    </dgm:pt>
    <dgm:pt modelId="{214577E8-22A2-4B58-9364-40F3A7480F9F}" type="pres">
      <dgm:prSet presAssocID="{B17DDB1C-1EFB-4CC6-9BB7-1210B3D1D557}" presName="hierChild4" presStyleCnt="0"/>
      <dgm:spPr/>
    </dgm:pt>
    <dgm:pt modelId="{A8776326-6A55-4A8D-B2F7-EE487204653E}" type="pres">
      <dgm:prSet presAssocID="{B17DDB1C-1EFB-4CC6-9BB7-1210B3D1D557}" presName="hierChild5" presStyleCnt="0"/>
      <dgm:spPr/>
    </dgm:pt>
    <dgm:pt modelId="{E175364F-CEC0-4224-9B9A-A3FB096D040E}" type="pres">
      <dgm:prSet presAssocID="{D7ABB91C-D11D-4448-8472-95E0D3EC867A}" presName="Name37" presStyleLbl="parChTrans1D3" presStyleIdx="15" presStyleCnt="20"/>
      <dgm:spPr/>
    </dgm:pt>
    <dgm:pt modelId="{30243A7A-0A41-4727-89B0-CB9745D513A0}" type="pres">
      <dgm:prSet presAssocID="{800C5A74-9534-4736-8FB8-4E2910341306}" presName="hierRoot2" presStyleCnt="0">
        <dgm:presLayoutVars>
          <dgm:hierBranch val="init"/>
        </dgm:presLayoutVars>
      </dgm:prSet>
      <dgm:spPr/>
    </dgm:pt>
    <dgm:pt modelId="{CD71DBD9-4D94-40FD-8A61-40D909B95C82}" type="pres">
      <dgm:prSet presAssocID="{800C5A74-9534-4736-8FB8-4E2910341306}" presName="rootComposite" presStyleCnt="0"/>
      <dgm:spPr/>
    </dgm:pt>
    <dgm:pt modelId="{39C4A32A-DFF5-4E80-B1C6-184330661942}" type="pres">
      <dgm:prSet presAssocID="{800C5A74-9534-4736-8FB8-4E2910341306}" presName="rootText" presStyleLbl="node3" presStyleIdx="15" presStyleCnt="20">
        <dgm:presLayoutVars>
          <dgm:chPref val="3"/>
        </dgm:presLayoutVars>
      </dgm:prSet>
      <dgm:spPr/>
    </dgm:pt>
    <dgm:pt modelId="{76D008CD-F641-445D-BFF5-9F8B7112A592}" type="pres">
      <dgm:prSet presAssocID="{800C5A74-9534-4736-8FB8-4E2910341306}" presName="rootConnector" presStyleLbl="node3" presStyleIdx="15" presStyleCnt="20"/>
      <dgm:spPr/>
    </dgm:pt>
    <dgm:pt modelId="{1086ADC3-1082-4332-82D6-6F1B508A9A61}" type="pres">
      <dgm:prSet presAssocID="{800C5A74-9534-4736-8FB8-4E2910341306}" presName="hierChild4" presStyleCnt="0"/>
      <dgm:spPr/>
    </dgm:pt>
    <dgm:pt modelId="{D0D98B4F-0A1A-433B-8ED7-25E81FEE3912}" type="pres">
      <dgm:prSet presAssocID="{800C5A74-9534-4736-8FB8-4E2910341306}" presName="hierChild5" presStyleCnt="0"/>
      <dgm:spPr/>
    </dgm:pt>
    <dgm:pt modelId="{DFDE9541-FA52-4B6A-854B-BAC697A127DA}" type="pres">
      <dgm:prSet presAssocID="{944DFEF5-8DE0-4DB7-9258-D3CB90BA44A0}" presName="hierChild5" presStyleCnt="0"/>
      <dgm:spPr/>
    </dgm:pt>
    <dgm:pt modelId="{99210D2B-FA3A-4ECB-94F2-E1EADA0CE34D}" type="pres">
      <dgm:prSet presAssocID="{8D43D9B2-B7AE-40C1-983C-D31955E7D4E7}" presName="Name37" presStyleLbl="parChTrans1D2" presStyleIdx="4" presStyleCnt="5"/>
      <dgm:spPr/>
    </dgm:pt>
    <dgm:pt modelId="{72689AF1-6851-4C62-BEDC-6263C139F02A}" type="pres">
      <dgm:prSet presAssocID="{BA147150-12F6-42EC-A588-E6D94F61411F}" presName="hierRoot2" presStyleCnt="0">
        <dgm:presLayoutVars>
          <dgm:hierBranch val="init"/>
        </dgm:presLayoutVars>
      </dgm:prSet>
      <dgm:spPr/>
    </dgm:pt>
    <dgm:pt modelId="{BE80A668-AEE5-49C4-8614-365A3940BD27}" type="pres">
      <dgm:prSet presAssocID="{BA147150-12F6-42EC-A588-E6D94F61411F}" presName="rootComposite" presStyleCnt="0"/>
      <dgm:spPr/>
    </dgm:pt>
    <dgm:pt modelId="{B765784F-5373-4D50-8BA3-98B66F518E6C}" type="pres">
      <dgm:prSet presAssocID="{BA147150-12F6-42EC-A588-E6D94F61411F}" presName="rootText" presStyleLbl="node2" presStyleIdx="4" presStyleCnt="5">
        <dgm:presLayoutVars>
          <dgm:chPref val="3"/>
        </dgm:presLayoutVars>
      </dgm:prSet>
      <dgm:spPr/>
    </dgm:pt>
    <dgm:pt modelId="{30323789-F306-4469-B2FE-371B756928EB}" type="pres">
      <dgm:prSet presAssocID="{BA147150-12F6-42EC-A588-E6D94F61411F}" presName="rootConnector" presStyleLbl="node2" presStyleIdx="4" presStyleCnt="5"/>
      <dgm:spPr/>
    </dgm:pt>
    <dgm:pt modelId="{70ADA6FE-0F5A-4C21-876A-6204FC59942B}" type="pres">
      <dgm:prSet presAssocID="{BA147150-12F6-42EC-A588-E6D94F61411F}" presName="hierChild4" presStyleCnt="0"/>
      <dgm:spPr/>
    </dgm:pt>
    <dgm:pt modelId="{33BC0474-730E-41DE-95F4-5BEF945FF119}" type="pres">
      <dgm:prSet presAssocID="{29A6B8E6-759D-4A56-986A-1CAC10D2BA95}" presName="Name37" presStyleLbl="parChTrans1D3" presStyleIdx="16" presStyleCnt="20"/>
      <dgm:spPr/>
    </dgm:pt>
    <dgm:pt modelId="{A471B7BB-F6F0-43ED-93E6-D8B0E3A6439C}" type="pres">
      <dgm:prSet presAssocID="{626564BD-CD18-4ABE-A6A1-81423203C645}" presName="hierRoot2" presStyleCnt="0">
        <dgm:presLayoutVars>
          <dgm:hierBranch val="init"/>
        </dgm:presLayoutVars>
      </dgm:prSet>
      <dgm:spPr/>
    </dgm:pt>
    <dgm:pt modelId="{C92FC5AB-9538-4DB9-9EA8-A4A607C768B7}" type="pres">
      <dgm:prSet presAssocID="{626564BD-CD18-4ABE-A6A1-81423203C645}" presName="rootComposite" presStyleCnt="0"/>
      <dgm:spPr/>
    </dgm:pt>
    <dgm:pt modelId="{7A9B3B75-5AC7-4B6E-AA7A-69A877E863B5}" type="pres">
      <dgm:prSet presAssocID="{626564BD-CD18-4ABE-A6A1-81423203C645}" presName="rootText" presStyleLbl="node3" presStyleIdx="16" presStyleCnt="20">
        <dgm:presLayoutVars>
          <dgm:chPref val="3"/>
        </dgm:presLayoutVars>
      </dgm:prSet>
      <dgm:spPr/>
    </dgm:pt>
    <dgm:pt modelId="{D5E5DE41-49A9-445C-93F2-26096B262678}" type="pres">
      <dgm:prSet presAssocID="{626564BD-CD18-4ABE-A6A1-81423203C645}" presName="rootConnector" presStyleLbl="node3" presStyleIdx="16" presStyleCnt="20"/>
      <dgm:spPr/>
    </dgm:pt>
    <dgm:pt modelId="{63BCC6A5-D0E8-4975-BC80-4F59BE991B78}" type="pres">
      <dgm:prSet presAssocID="{626564BD-CD18-4ABE-A6A1-81423203C645}" presName="hierChild4" presStyleCnt="0"/>
      <dgm:spPr/>
    </dgm:pt>
    <dgm:pt modelId="{01BAFD55-923F-4ACF-9240-8F9CD4F96AA9}" type="pres">
      <dgm:prSet presAssocID="{626564BD-CD18-4ABE-A6A1-81423203C645}" presName="hierChild5" presStyleCnt="0"/>
      <dgm:spPr/>
    </dgm:pt>
    <dgm:pt modelId="{3AFBD5C8-82F9-4673-9810-4EF9522BFC92}" type="pres">
      <dgm:prSet presAssocID="{C91A6178-B92A-4721-B804-372A67FF00EF}" presName="Name37" presStyleLbl="parChTrans1D3" presStyleIdx="17" presStyleCnt="20"/>
      <dgm:spPr/>
    </dgm:pt>
    <dgm:pt modelId="{0C956942-DAD0-4A56-9EF0-4F484EA020C0}" type="pres">
      <dgm:prSet presAssocID="{1943DCFF-C832-4D3E-A155-927C01C274AD}" presName="hierRoot2" presStyleCnt="0">
        <dgm:presLayoutVars>
          <dgm:hierBranch val="init"/>
        </dgm:presLayoutVars>
      </dgm:prSet>
      <dgm:spPr/>
    </dgm:pt>
    <dgm:pt modelId="{66949778-7CE9-4FFB-A447-85FF8A299C83}" type="pres">
      <dgm:prSet presAssocID="{1943DCFF-C832-4D3E-A155-927C01C274AD}" presName="rootComposite" presStyleCnt="0"/>
      <dgm:spPr/>
    </dgm:pt>
    <dgm:pt modelId="{0125F4C8-E78F-4982-AC2F-C641341AC479}" type="pres">
      <dgm:prSet presAssocID="{1943DCFF-C832-4D3E-A155-927C01C274AD}" presName="rootText" presStyleLbl="node3" presStyleIdx="17" presStyleCnt="20">
        <dgm:presLayoutVars>
          <dgm:chPref val="3"/>
        </dgm:presLayoutVars>
      </dgm:prSet>
      <dgm:spPr/>
    </dgm:pt>
    <dgm:pt modelId="{F974FD4A-2334-4F60-9287-99E59006CE90}" type="pres">
      <dgm:prSet presAssocID="{1943DCFF-C832-4D3E-A155-927C01C274AD}" presName="rootConnector" presStyleLbl="node3" presStyleIdx="17" presStyleCnt="20"/>
      <dgm:spPr/>
    </dgm:pt>
    <dgm:pt modelId="{4504E70B-D227-4A96-93B1-C50740632BEC}" type="pres">
      <dgm:prSet presAssocID="{1943DCFF-C832-4D3E-A155-927C01C274AD}" presName="hierChild4" presStyleCnt="0"/>
      <dgm:spPr/>
    </dgm:pt>
    <dgm:pt modelId="{121B385A-8315-4C4D-908B-BF56EE09882C}" type="pres">
      <dgm:prSet presAssocID="{1943DCFF-C832-4D3E-A155-927C01C274AD}" presName="hierChild5" presStyleCnt="0"/>
      <dgm:spPr/>
    </dgm:pt>
    <dgm:pt modelId="{4DA5A84F-35BA-4279-B5EB-30A19DACF6FD}" type="pres">
      <dgm:prSet presAssocID="{2E281296-23BF-402A-8C48-C5720C955979}" presName="Name37" presStyleLbl="parChTrans1D3" presStyleIdx="18" presStyleCnt="20"/>
      <dgm:spPr/>
    </dgm:pt>
    <dgm:pt modelId="{08DFF6F9-B7A9-425F-92DB-594578787900}" type="pres">
      <dgm:prSet presAssocID="{20EE91A6-E2CB-4A5B-A796-0725E91F16C3}" presName="hierRoot2" presStyleCnt="0">
        <dgm:presLayoutVars>
          <dgm:hierBranch val="init"/>
        </dgm:presLayoutVars>
      </dgm:prSet>
      <dgm:spPr/>
    </dgm:pt>
    <dgm:pt modelId="{E951ABFE-C26A-4F56-A67A-4868CEE71F2E}" type="pres">
      <dgm:prSet presAssocID="{20EE91A6-E2CB-4A5B-A796-0725E91F16C3}" presName="rootComposite" presStyleCnt="0"/>
      <dgm:spPr/>
    </dgm:pt>
    <dgm:pt modelId="{0E739A8F-E22F-469C-9C48-C97717EBFE4C}" type="pres">
      <dgm:prSet presAssocID="{20EE91A6-E2CB-4A5B-A796-0725E91F16C3}" presName="rootText" presStyleLbl="node3" presStyleIdx="18" presStyleCnt="20">
        <dgm:presLayoutVars>
          <dgm:chPref val="3"/>
        </dgm:presLayoutVars>
      </dgm:prSet>
      <dgm:spPr/>
    </dgm:pt>
    <dgm:pt modelId="{5924768D-7FD7-4D7E-BBBE-413605A5F6D8}" type="pres">
      <dgm:prSet presAssocID="{20EE91A6-E2CB-4A5B-A796-0725E91F16C3}" presName="rootConnector" presStyleLbl="node3" presStyleIdx="18" presStyleCnt="20"/>
      <dgm:spPr/>
    </dgm:pt>
    <dgm:pt modelId="{5727399C-FBAD-4B91-A312-99E4C7AED58E}" type="pres">
      <dgm:prSet presAssocID="{20EE91A6-E2CB-4A5B-A796-0725E91F16C3}" presName="hierChild4" presStyleCnt="0"/>
      <dgm:spPr/>
    </dgm:pt>
    <dgm:pt modelId="{0C0AA319-3239-4F4A-9F3D-F519A2014CA4}" type="pres">
      <dgm:prSet presAssocID="{20EE91A6-E2CB-4A5B-A796-0725E91F16C3}" presName="hierChild5" presStyleCnt="0"/>
      <dgm:spPr/>
    </dgm:pt>
    <dgm:pt modelId="{E8F0EA33-2193-4B0C-8F2B-CFD110868B7E}" type="pres">
      <dgm:prSet presAssocID="{83A32B2B-DFA6-4703-85FC-49B3489A4887}" presName="Name37" presStyleLbl="parChTrans1D3" presStyleIdx="19" presStyleCnt="20"/>
      <dgm:spPr/>
    </dgm:pt>
    <dgm:pt modelId="{F3CC998D-EEE0-4B10-9830-687911D0A0DF}" type="pres">
      <dgm:prSet presAssocID="{A1F043D0-C0C3-4292-A40E-0CA87AD5B4A3}" presName="hierRoot2" presStyleCnt="0">
        <dgm:presLayoutVars>
          <dgm:hierBranch val="init"/>
        </dgm:presLayoutVars>
      </dgm:prSet>
      <dgm:spPr/>
    </dgm:pt>
    <dgm:pt modelId="{CA3FFEC1-1986-4156-9F05-758A03905B0F}" type="pres">
      <dgm:prSet presAssocID="{A1F043D0-C0C3-4292-A40E-0CA87AD5B4A3}" presName="rootComposite" presStyleCnt="0"/>
      <dgm:spPr/>
    </dgm:pt>
    <dgm:pt modelId="{B752284B-44F0-4ADF-8E80-5B36D4AFE69A}" type="pres">
      <dgm:prSet presAssocID="{A1F043D0-C0C3-4292-A40E-0CA87AD5B4A3}" presName="rootText" presStyleLbl="node3" presStyleIdx="19" presStyleCnt="20">
        <dgm:presLayoutVars>
          <dgm:chPref val="3"/>
        </dgm:presLayoutVars>
      </dgm:prSet>
      <dgm:spPr/>
    </dgm:pt>
    <dgm:pt modelId="{3B3172E5-4CE4-44AC-8375-818270F9643C}" type="pres">
      <dgm:prSet presAssocID="{A1F043D0-C0C3-4292-A40E-0CA87AD5B4A3}" presName="rootConnector" presStyleLbl="node3" presStyleIdx="19" presStyleCnt="20"/>
      <dgm:spPr/>
    </dgm:pt>
    <dgm:pt modelId="{ABFA3A76-ED7F-4D8D-A8B5-8FBF16875DEB}" type="pres">
      <dgm:prSet presAssocID="{A1F043D0-C0C3-4292-A40E-0CA87AD5B4A3}" presName="hierChild4" presStyleCnt="0"/>
      <dgm:spPr/>
    </dgm:pt>
    <dgm:pt modelId="{81B67C2A-BCDF-4A93-80DA-9F55A8C5FBBF}" type="pres">
      <dgm:prSet presAssocID="{A1F043D0-C0C3-4292-A40E-0CA87AD5B4A3}" presName="hierChild5" presStyleCnt="0"/>
      <dgm:spPr/>
    </dgm:pt>
    <dgm:pt modelId="{5614D25C-D617-4390-B50C-5DEBB238C796}" type="pres">
      <dgm:prSet presAssocID="{BA147150-12F6-42EC-A588-E6D94F61411F}" presName="hierChild5" presStyleCnt="0"/>
      <dgm:spPr/>
    </dgm:pt>
    <dgm:pt modelId="{FDEC3727-F16D-4C78-881F-942C20C1121C}" type="pres">
      <dgm:prSet presAssocID="{C5841F77-BFBA-4342-9E8E-05840D6103F9}" presName="hierChild3" presStyleCnt="0"/>
      <dgm:spPr/>
    </dgm:pt>
  </dgm:ptLst>
  <dgm:cxnLst>
    <dgm:cxn modelId="{CFE29C01-7713-45CC-8E06-A7682A235CCF}" type="presOf" srcId="{9CE47A68-4991-40B3-A34C-68676E4E0985}" destId="{CFF750AF-06F8-43F7-A532-2D6B2745D734}" srcOrd="0" destOrd="0" presId="urn:microsoft.com/office/officeart/2005/8/layout/orgChart1"/>
    <dgm:cxn modelId="{EA676D05-B7F7-45BA-AE7E-0711406EFE1B}" type="presOf" srcId="{C558F6D4-E8B8-4DF0-BA63-745AF48B2C4C}" destId="{BC5281AD-2453-4B7B-8195-037A80CDF919}" srcOrd="1" destOrd="0" presId="urn:microsoft.com/office/officeart/2005/8/layout/orgChart1"/>
    <dgm:cxn modelId="{8D771F0A-7F0A-4F39-82AB-DF1BE7188059}" type="presOf" srcId="{2DAB0EF5-DF76-4268-803C-9E5CE62A60D7}" destId="{48068BFD-BC16-42FA-AD74-45280EABA48B}" srcOrd="0" destOrd="0" presId="urn:microsoft.com/office/officeart/2005/8/layout/orgChart1"/>
    <dgm:cxn modelId="{FBF5B713-D1B2-438A-9E35-F7B7EBD110BC}" type="presOf" srcId="{C5841F77-BFBA-4342-9E8E-05840D6103F9}" destId="{9B558EAE-F735-4B12-BA44-7A149E8ADFF6}" srcOrd="1" destOrd="0" presId="urn:microsoft.com/office/officeart/2005/8/layout/orgChart1"/>
    <dgm:cxn modelId="{9A0FF218-7085-477B-B347-CF827168C916}" type="presOf" srcId="{2E281296-23BF-402A-8C48-C5720C955979}" destId="{4DA5A84F-35BA-4279-B5EB-30A19DACF6FD}" srcOrd="0" destOrd="0" presId="urn:microsoft.com/office/officeart/2005/8/layout/orgChart1"/>
    <dgm:cxn modelId="{8ABFFA1D-886E-4BBA-B1D5-A946D10C4EA6}" srcId="{944DFEF5-8DE0-4DB7-9258-D3CB90BA44A0}" destId="{B17DDB1C-1EFB-4CC6-9BB7-1210B3D1D557}" srcOrd="2" destOrd="0" parTransId="{279DD677-6C30-4116-B53D-57BCA770F22D}" sibTransId="{C7549BBA-C250-4697-A90C-E782508B8F8B}"/>
    <dgm:cxn modelId="{62011D20-2F51-4C33-897B-5EDC3111C136}" type="presOf" srcId="{A32DBAE8-D1A6-41C1-AD79-B2CFA83EE00F}" destId="{6BEB21F4-D0DD-45C2-8926-987EEC5E49D7}" srcOrd="0" destOrd="0" presId="urn:microsoft.com/office/officeart/2005/8/layout/orgChart1"/>
    <dgm:cxn modelId="{64B1B923-CFF7-42CC-B354-E82A0BEE6A51}" type="presOf" srcId="{511A4852-3E60-4DE5-82F4-280F9D209135}" destId="{D180E99A-1612-4340-91E7-D51CA9DF5039}" srcOrd="1" destOrd="0" presId="urn:microsoft.com/office/officeart/2005/8/layout/orgChart1"/>
    <dgm:cxn modelId="{E4D8CD24-FD39-4C32-9A94-46DEB56475C7}" type="presOf" srcId="{C8D347A2-9DFA-4926-8CD3-81E8D47004A6}" destId="{582FCED3-0623-436B-B46E-4A7F73C95628}" srcOrd="0" destOrd="0" presId="urn:microsoft.com/office/officeart/2005/8/layout/orgChart1"/>
    <dgm:cxn modelId="{BB73D925-A4B8-4796-9A90-F223ABBE2867}" type="presOf" srcId="{AF905B9E-684D-4234-B23F-60D424D3CE09}" destId="{B5A618C3-247C-4238-8D02-1FBADFC3D745}" srcOrd="1" destOrd="0" presId="urn:microsoft.com/office/officeart/2005/8/layout/orgChart1"/>
    <dgm:cxn modelId="{06272A27-4012-4017-A0AC-B556DEDA59C5}" type="presOf" srcId="{490ADD49-1349-47EE-B77A-8CD186BB218E}" destId="{26649F49-4C93-4ABC-BD56-C982DF701753}" srcOrd="1" destOrd="0" presId="urn:microsoft.com/office/officeart/2005/8/layout/orgChart1"/>
    <dgm:cxn modelId="{17A07728-981D-474E-9432-807A0FA504F9}" type="presOf" srcId="{BA147150-12F6-42EC-A588-E6D94F61411F}" destId="{B765784F-5373-4D50-8BA3-98B66F518E6C}" srcOrd="0" destOrd="0" presId="urn:microsoft.com/office/officeart/2005/8/layout/orgChart1"/>
    <dgm:cxn modelId="{4FFF8429-4711-407D-AB92-861B631A436F}" type="presOf" srcId="{FA20FF2B-704A-47CF-AF48-DD4A8D1ECEE8}" destId="{73E3BE23-E9B3-435D-8C22-2586D71A9225}" srcOrd="1" destOrd="0" presId="urn:microsoft.com/office/officeart/2005/8/layout/orgChart1"/>
    <dgm:cxn modelId="{73E68529-FFB5-49E5-A8F4-3DC3D533A4D2}" type="presOf" srcId="{200E0072-5DD1-436E-B7E4-606F9EA9788B}" destId="{9EAA8CFE-BCBC-49F2-97BE-96B5BD180FEB}" srcOrd="1" destOrd="0" presId="urn:microsoft.com/office/officeart/2005/8/layout/orgChart1"/>
    <dgm:cxn modelId="{6A6CBE2C-C88D-4F33-AE69-734D9FBC37F4}" srcId="{C720AB6A-8982-4669-84AD-4489995E7293}" destId="{C5841F77-BFBA-4342-9E8E-05840D6103F9}" srcOrd="0" destOrd="0" parTransId="{FDED72BB-4AC5-4323-849C-0C40D25043C9}" sibTransId="{E625B41D-97E8-42DF-B20F-8D36AB54A490}"/>
    <dgm:cxn modelId="{4D3ED22E-91D6-4336-B40E-CCCC6FE3C545}" type="presOf" srcId="{1A5E89CA-154E-4DFA-A4D5-89782F598294}" destId="{CDC613A4-87DB-424A-BABC-2EF56C00EA14}" srcOrd="0" destOrd="0" presId="urn:microsoft.com/office/officeart/2005/8/layout/orgChart1"/>
    <dgm:cxn modelId="{3C59463B-8703-4251-8AD7-1555C48C4D69}" srcId="{200E0072-5DD1-436E-B7E4-606F9EA9788B}" destId="{511A4852-3E60-4DE5-82F4-280F9D209135}" srcOrd="1" destOrd="0" parTransId="{1B28F773-A33D-4FD8-9091-86208E2DAE9D}" sibTransId="{3DF620A6-E7EF-419B-AA5A-0D4002EB8B95}"/>
    <dgm:cxn modelId="{AB923C3D-BF3D-4C1F-A247-A5A50807B97C}" type="presOf" srcId="{0F275372-191E-4F34-9DF3-A0E979187307}" destId="{AC64D9FE-D330-4C58-BAA8-D4A4AC66C5DB}" srcOrd="0" destOrd="0" presId="urn:microsoft.com/office/officeart/2005/8/layout/orgChart1"/>
    <dgm:cxn modelId="{773C705B-A89F-4E49-84FD-608A21E97189}" srcId="{43DEE993-6523-4D0F-86E9-F86B6B88F560}" destId="{9CE47A68-4991-40B3-A34C-68676E4E0985}" srcOrd="2" destOrd="0" parTransId="{93DAD6D3-BF37-4607-9D6B-FC10C98396EB}" sibTransId="{FB43DF98-2A5A-4CE5-95B4-ED61C7BB60F5}"/>
    <dgm:cxn modelId="{E6B4595C-21BE-41E3-BE20-AB9AEE5655F8}" srcId="{BA147150-12F6-42EC-A588-E6D94F61411F}" destId="{20EE91A6-E2CB-4A5B-A796-0725E91F16C3}" srcOrd="2" destOrd="0" parTransId="{2E281296-23BF-402A-8C48-C5720C955979}" sibTransId="{27F9D49C-BF65-4FC7-9AA2-57ED65161B3E}"/>
    <dgm:cxn modelId="{A600E55C-DEEF-4360-8D8B-726AD2786167}" type="presOf" srcId="{C5841F77-BFBA-4342-9E8E-05840D6103F9}" destId="{ED03A757-EF88-43A7-9F7C-5DA7F0745A09}" srcOrd="0" destOrd="0" presId="urn:microsoft.com/office/officeart/2005/8/layout/orgChart1"/>
    <dgm:cxn modelId="{8083EB5E-2FF6-4667-AE89-F2B7A756D44C}" type="presOf" srcId="{A148E89C-0946-4591-8A3E-53331130A91A}" destId="{C01E5C9A-854C-44BC-954C-A2A88D87C11C}" srcOrd="0" destOrd="0" presId="urn:microsoft.com/office/officeart/2005/8/layout/orgChart1"/>
    <dgm:cxn modelId="{D309FC5E-8647-4485-A561-8F0FE5464F15}" type="presOf" srcId="{101E72E0-7D6F-43DA-8684-43A81488C329}" destId="{A5A3F679-DDB6-40B3-AA5C-20FBE900954E}" srcOrd="0" destOrd="0" presId="urn:microsoft.com/office/officeart/2005/8/layout/orgChart1"/>
    <dgm:cxn modelId="{CA7C6D60-C55F-49CB-A110-53F76F79A0EE}" type="presOf" srcId="{6F0A9043-167B-40B6-9352-D86E206CE9F4}" destId="{FB0BAC78-E5D5-4343-97D6-CEA87C7693A0}" srcOrd="0" destOrd="0" presId="urn:microsoft.com/office/officeart/2005/8/layout/orgChart1"/>
    <dgm:cxn modelId="{BA3B3961-7717-4A63-B29C-72C50B1C4C5A}" type="presOf" srcId="{C720AB6A-8982-4669-84AD-4489995E7293}" destId="{115C222D-E816-4887-8F70-C741937A215A}" srcOrd="0" destOrd="0" presId="urn:microsoft.com/office/officeart/2005/8/layout/orgChart1"/>
    <dgm:cxn modelId="{BAED8861-4A9F-4688-A1EB-9ECBB567BBA1}" type="presOf" srcId="{1943DCFF-C832-4D3E-A155-927C01C274AD}" destId="{0125F4C8-E78F-4982-AC2F-C641341AC479}" srcOrd="0" destOrd="0" presId="urn:microsoft.com/office/officeart/2005/8/layout/orgChart1"/>
    <dgm:cxn modelId="{FF33CE61-BFA3-49F9-944E-A087D1A5DE74}" srcId="{C5841F77-BFBA-4342-9E8E-05840D6103F9}" destId="{43DEE993-6523-4D0F-86E9-F86B6B88F560}" srcOrd="0" destOrd="0" parTransId="{A145B83D-920A-49B0-8318-34A58CC4F684}" sibTransId="{68D397B3-C424-4791-AF0D-23556D2016B3}"/>
    <dgm:cxn modelId="{6C5A6A64-C5D8-480A-AD02-AA8C8C92A614}" type="presOf" srcId="{8FD4F929-E004-483C-99A2-2C4705467AF5}" destId="{77B9B77D-0662-4571-B7B6-52BFB02E89C8}" srcOrd="0" destOrd="0" presId="urn:microsoft.com/office/officeart/2005/8/layout/orgChart1"/>
    <dgm:cxn modelId="{79859F65-0631-4846-A41E-7D77E9A16D7E}" srcId="{200E0072-5DD1-436E-B7E4-606F9EA9788B}" destId="{490ADD49-1349-47EE-B77A-8CD186BB218E}" srcOrd="0" destOrd="0" parTransId="{C8D347A2-9DFA-4926-8CD3-81E8D47004A6}" sibTransId="{2A1DBC59-396C-4278-B8B7-7C3D4C12DF03}"/>
    <dgm:cxn modelId="{D5167446-A456-499B-9EDD-F60E11999FFA}" type="presOf" srcId="{A148E89C-0946-4591-8A3E-53331130A91A}" destId="{94C0C5E0-E737-4216-ABC7-75A245C48172}" srcOrd="1" destOrd="0" presId="urn:microsoft.com/office/officeart/2005/8/layout/orgChart1"/>
    <dgm:cxn modelId="{D5EB2947-C423-416D-980E-7C1737DE2DED}" srcId="{C5841F77-BFBA-4342-9E8E-05840D6103F9}" destId="{944DFEF5-8DE0-4DB7-9258-D3CB90BA44A0}" srcOrd="3" destOrd="0" parTransId="{0030066D-A7CC-45F3-9D0D-DF3277DF90CE}" sibTransId="{8A2D1866-DDFB-4354-A817-6878944B729D}"/>
    <dgm:cxn modelId="{E6E15B47-6F1E-4CC1-8E55-5AC6B6A0DF6E}" srcId="{AF905B9E-684D-4234-B23F-60D424D3CE09}" destId="{0F275372-191E-4F34-9DF3-A0E979187307}" srcOrd="1" destOrd="0" parTransId="{F09300AA-1468-4691-BFA0-C96CC3F2F107}" sibTransId="{A1BA60E5-088B-4CB4-A2C4-166AD8207FD9}"/>
    <dgm:cxn modelId="{DA909667-97A7-4847-AD4E-0C06B05E9A44}" type="presOf" srcId="{FAB32CE5-4D2D-413E-A6E3-8BB34398BBCF}" destId="{F6576A39-7A7C-4552-B846-6322775063B8}" srcOrd="0" destOrd="0" presId="urn:microsoft.com/office/officeart/2005/8/layout/orgChart1"/>
    <dgm:cxn modelId="{2EF11148-A4FB-4AF2-AEA4-028195997544}" srcId="{944DFEF5-8DE0-4DB7-9258-D3CB90BA44A0}" destId="{AB41D210-909B-405E-BB61-5BBBE79AD790}" srcOrd="0" destOrd="0" parTransId="{037C5873-98DF-447D-841C-0D23729AEE73}" sibTransId="{009145EB-2E96-45C7-9871-FA7636D44E2D}"/>
    <dgm:cxn modelId="{35DEDB68-BDAC-4390-B0AE-40500E17C8DB}" type="presOf" srcId="{0CEBA743-A13E-48FF-98DC-7FC14A2F35F5}" destId="{3C4DCF8F-7A20-4822-A213-EBA1FACFFB71}" srcOrd="0" destOrd="0" presId="urn:microsoft.com/office/officeart/2005/8/layout/orgChart1"/>
    <dgm:cxn modelId="{80FBEF48-0846-43CB-931B-4D6079772D32}" srcId="{BA147150-12F6-42EC-A588-E6D94F61411F}" destId="{A1F043D0-C0C3-4292-A40E-0CA87AD5B4A3}" srcOrd="3" destOrd="0" parTransId="{83A32B2B-DFA6-4703-85FC-49B3489A4887}" sibTransId="{11846408-54D9-4200-B64A-E65BC4C4F206}"/>
    <dgm:cxn modelId="{AC24AD4A-BC82-43AA-BB7F-B4C0047A156E}" srcId="{944DFEF5-8DE0-4DB7-9258-D3CB90BA44A0}" destId="{800C5A74-9534-4736-8FB8-4E2910341306}" srcOrd="3" destOrd="0" parTransId="{D7ABB91C-D11D-4448-8472-95E0D3EC867A}" sibTransId="{5D18119C-865A-42FE-99CC-8BA5BA5F7A04}"/>
    <dgm:cxn modelId="{E981994B-BAA4-4894-B410-7075BE443D3E}" type="presOf" srcId="{C558F6D4-E8B8-4DF0-BA63-745AF48B2C4C}" destId="{FA1AC1A9-3BA1-44D4-BFD2-6CB055A2C645}" srcOrd="0" destOrd="0" presId="urn:microsoft.com/office/officeart/2005/8/layout/orgChart1"/>
    <dgm:cxn modelId="{A89D104F-3358-4AAD-9ED5-5F7B9475EF98}" type="presOf" srcId="{29A6B8E6-759D-4A56-986A-1CAC10D2BA95}" destId="{33BC0474-730E-41DE-95F4-5BEF945FF119}" srcOrd="0" destOrd="0" presId="urn:microsoft.com/office/officeart/2005/8/layout/orgChart1"/>
    <dgm:cxn modelId="{BF33A94F-D3DC-4E31-9469-78000918ADA1}" type="presOf" srcId="{A145B83D-920A-49B0-8318-34A58CC4F684}" destId="{2679E9CD-4AFC-446D-91D5-447A6CE91972}" srcOrd="0" destOrd="0" presId="urn:microsoft.com/office/officeart/2005/8/layout/orgChart1"/>
    <dgm:cxn modelId="{7618C66F-79F3-4BCD-AE10-8AEB032B43AE}" type="presOf" srcId="{43DEE993-6523-4D0F-86E9-F86B6B88F560}" destId="{A53A9704-45F8-4661-8613-4D567C5B8AA8}" srcOrd="1" destOrd="0" presId="urn:microsoft.com/office/officeart/2005/8/layout/orgChart1"/>
    <dgm:cxn modelId="{F7CF4470-5021-4478-B624-CDC28C323922}" srcId="{43DEE993-6523-4D0F-86E9-F86B6B88F560}" destId="{C558F6D4-E8B8-4DF0-BA63-745AF48B2C4C}" srcOrd="1" destOrd="0" parTransId="{14F0F1C9-28CC-4D51-971C-5D87BD9E2D80}" sibTransId="{CD6038F8-A33C-4FD9-91AA-B8BAD2BBF253}"/>
    <dgm:cxn modelId="{3307FC71-3E4A-4EF0-BDD6-DA005E2615DA}" type="presOf" srcId="{800C5A74-9534-4736-8FB8-4E2910341306}" destId="{76D008CD-F641-445D-BFF5-9F8B7112A592}" srcOrd="1" destOrd="0" presId="urn:microsoft.com/office/officeart/2005/8/layout/orgChart1"/>
    <dgm:cxn modelId="{3A898274-2682-49AF-8109-B3275493957C}" type="presOf" srcId="{1B28F773-A33D-4FD8-9091-86208E2DAE9D}" destId="{9AA50EDE-DA2A-4007-AA90-1233B1857993}" srcOrd="0" destOrd="0" presId="urn:microsoft.com/office/officeart/2005/8/layout/orgChart1"/>
    <dgm:cxn modelId="{9879EB75-00FC-45D0-BB57-EAD4BC2C9345}" type="presOf" srcId="{8D43D9B2-B7AE-40C1-983C-D31955E7D4E7}" destId="{99210D2B-FA3A-4ECB-94F2-E1EADA0CE34D}" srcOrd="0" destOrd="0" presId="urn:microsoft.com/office/officeart/2005/8/layout/orgChart1"/>
    <dgm:cxn modelId="{A862B976-E7F6-4D3C-AA43-D8EBBFCA00B9}" type="presOf" srcId="{944DFEF5-8DE0-4DB7-9258-D3CB90BA44A0}" destId="{B10A2DA3-3753-45F8-AA7C-572C8BB846E0}" srcOrd="1" destOrd="0" presId="urn:microsoft.com/office/officeart/2005/8/layout/orgChart1"/>
    <dgm:cxn modelId="{6EAA0077-F920-4538-9684-9B9B2E741C09}" type="presOf" srcId="{9AF06F88-5488-40BB-8C4E-7136D12D8A11}" destId="{6A3A00ED-9A26-4566-A19B-0720E9A8D996}" srcOrd="0" destOrd="0" presId="urn:microsoft.com/office/officeart/2005/8/layout/orgChart1"/>
    <dgm:cxn modelId="{BA9C6857-2743-4052-89C5-470580202FB2}" type="presOf" srcId="{279DD677-6C30-4116-B53D-57BCA770F22D}" destId="{FF5B2873-7FFA-4BAD-8ACF-0A6F56216B4F}" srcOrd="0" destOrd="0" presId="urn:microsoft.com/office/officeart/2005/8/layout/orgChart1"/>
    <dgm:cxn modelId="{857E8C79-74B0-4B84-B14F-C3D7853EBDE9}" srcId="{200E0072-5DD1-436E-B7E4-606F9EA9788B}" destId="{851396AB-A3B4-441F-A639-DDE556632F04}" srcOrd="3" destOrd="0" parTransId="{09E6BFDE-C393-47AC-9AB9-2ABC4FD6B402}" sibTransId="{CB3627FD-736D-40FB-9BCD-48D277AB496C}"/>
    <dgm:cxn modelId="{8AA71C7B-7237-44D3-B85A-1766E3911E1B}" type="presOf" srcId="{D58B9648-B14A-4EA1-B4D6-08810568BEB3}" destId="{5613C28A-2662-4696-8CA3-C494A349EBF1}" srcOrd="0" destOrd="0" presId="urn:microsoft.com/office/officeart/2005/8/layout/orgChart1"/>
    <dgm:cxn modelId="{0ABB4E7C-2338-4D80-9756-2A5F8B52D74B}" type="presOf" srcId="{1943DCFF-C832-4D3E-A155-927C01C274AD}" destId="{F974FD4A-2334-4F60-9287-99E59006CE90}" srcOrd="1" destOrd="0" presId="urn:microsoft.com/office/officeart/2005/8/layout/orgChart1"/>
    <dgm:cxn modelId="{FFEFAB7E-DA31-4034-8CAD-6F6B850C243F}" type="presOf" srcId="{AF905B9E-684D-4234-B23F-60D424D3CE09}" destId="{CD015E9C-FCAA-46BE-87DA-61A66974C975}" srcOrd="0" destOrd="0" presId="urn:microsoft.com/office/officeart/2005/8/layout/orgChart1"/>
    <dgm:cxn modelId="{C6AB2483-F56D-4DAE-991C-35F0C8DE757F}" type="presOf" srcId="{0A5BA40C-B89F-4F8A-99B0-FD5D7EBDE91F}" destId="{6F03FFE3-F36D-44C2-8C33-0F9D35D949C7}" srcOrd="0" destOrd="0" presId="urn:microsoft.com/office/officeart/2005/8/layout/orgChart1"/>
    <dgm:cxn modelId="{820CC983-3871-47CE-AA6D-7638E758D4B5}" srcId="{C5841F77-BFBA-4342-9E8E-05840D6103F9}" destId="{BA147150-12F6-42EC-A588-E6D94F61411F}" srcOrd="4" destOrd="0" parTransId="{8D43D9B2-B7AE-40C1-983C-D31955E7D4E7}" sibTransId="{422B1965-0124-4D85-87DD-75777B0912A7}"/>
    <dgm:cxn modelId="{A8810284-9EB7-4674-A2A3-24E6508BB254}" srcId="{AF905B9E-684D-4234-B23F-60D424D3CE09}" destId="{A148E89C-0946-4591-8A3E-53331130A91A}" srcOrd="2" destOrd="0" parTransId="{FAB32CE5-4D2D-413E-A6E3-8BB34398BBCF}" sibTransId="{AEB97BE9-B0AC-400C-A927-51933524EDB2}"/>
    <dgm:cxn modelId="{C3649C85-7CA8-4FD9-8AEA-66A61FCAA6A2}" type="presOf" srcId="{944DFEF5-8DE0-4DB7-9258-D3CB90BA44A0}" destId="{2AC07630-74D3-4BCE-83CD-2251CBA3F8F8}" srcOrd="0" destOrd="0" presId="urn:microsoft.com/office/officeart/2005/8/layout/orgChart1"/>
    <dgm:cxn modelId="{E2765188-A31B-4940-A126-3464F9F94AC6}" type="presOf" srcId="{626564BD-CD18-4ABE-A6A1-81423203C645}" destId="{D5E5DE41-49A9-445C-93F2-26096B262678}" srcOrd="1" destOrd="0" presId="urn:microsoft.com/office/officeart/2005/8/layout/orgChart1"/>
    <dgm:cxn modelId="{8EC53989-B2A5-4862-9A50-BFEEAEDBE493}" type="presOf" srcId="{0030066D-A7CC-45F3-9D0D-DF3277DF90CE}" destId="{793540FD-F857-4758-808E-A1EB26CBE948}" srcOrd="0" destOrd="0" presId="urn:microsoft.com/office/officeart/2005/8/layout/orgChart1"/>
    <dgm:cxn modelId="{45042A8B-4F62-4B14-8E8C-EC0FB8CE93CD}" srcId="{BA147150-12F6-42EC-A588-E6D94F61411F}" destId="{626564BD-CD18-4ABE-A6A1-81423203C645}" srcOrd="0" destOrd="0" parTransId="{29A6B8E6-759D-4A56-986A-1CAC10D2BA95}" sibTransId="{F77C9403-8E2E-41DA-A522-3E77901F5B5E}"/>
    <dgm:cxn modelId="{779C8C8C-76E9-4D69-A9B3-62806AE2E9E3}" type="presOf" srcId="{6F0A9043-167B-40B6-9352-D86E206CE9F4}" destId="{06D59679-CA42-405B-87F4-AC8C4BD81130}" srcOrd="1" destOrd="0" presId="urn:microsoft.com/office/officeart/2005/8/layout/orgChart1"/>
    <dgm:cxn modelId="{EC9EC58C-ABC6-41DA-AAF8-237B0C18AE0D}" type="presOf" srcId="{0F275372-191E-4F34-9DF3-A0E979187307}" destId="{76D87D32-D4CA-4FB3-8BB7-090CEE1318C7}" srcOrd="1" destOrd="0" presId="urn:microsoft.com/office/officeart/2005/8/layout/orgChart1"/>
    <dgm:cxn modelId="{77B97692-EDBE-4397-8D3D-EAD29FE84527}" type="presOf" srcId="{A1F043D0-C0C3-4292-A40E-0CA87AD5B4A3}" destId="{3B3172E5-4CE4-44AC-8375-818270F9643C}" srcOrd="1" destOrd="0" presId="urn:microsoft.com/office/officeart/2005/8/layout/orgChart1"/>
    <dgm:cxn modelId="{CCD81493-FFD4-4F64-BAD0-1B8D41813C43}" srcId="{944DFEF5-8DE0-4DB7-9258-D3CB90BA44A0}" destId="{6F0A9043-167B-40B6-9352-D86E206CE9F4}" srcOrd="1" destOrd="0" parTransId="{101E72E0-7D6F-43DA-8684-43A81488C329}" sibTransId="{36958C0B-C1C9-45E6-B559-978E0E09709E}"/>
    <dgm:cxn modelId="{FC608C94-AC53-45DB-807A-E5D410B31088}" type="presOf" srcId="{20EE91A6-E2CB-4A5B-A796-0725E91F16C3}" destId="{5924768D-7FD7-4D7E-BBBE-413605A5F6D8}" srcOrd="1" destOrd="0" presId="urn:microsoft.com/office/officeart/2005/8/layout/orgChart1"/>
    <dgm:cxn modelId="{F1A0D494-F061-43F1-A775-295194F47732}" type="presOf" srcId="{AB41D210-909B-405E-BB61-5BBBE79AD790}" destId="{3D487E07-D660-425F-A0B0-81DC981F00A5}" srcOrd="1" destOrd="0" presId="urn:microsoft.com/office/officeart/2005/8/layout/orgChart1"/>
    <dgm:cxn modelId="{7A920A98-27D0-4543-864F-FE488AE4A317}" type="presOf" srcId="{511A4852-3E60-4DE5-82F4-280F9D209135}" destId="{B1DB2B14-2BA3-4F98-9E1A-8657561B9F2D}" srcOrd="0" destOrd="0" presId="urn:microsoft.com/office/officeart/2005/8/layout/orgChart1"/>
    <dgm:cxn modelId="{0015F899-CCE4-4708-846E-4FC00A31E179}" type="presOf" srcId="{BA147150-12F6-42EC-A588-E6D94F61411F}" destId="{30323789-F306-4469-B2FE-371B756928EB}" srcOrd="1" destOrd="0" presId="urn:microsoft.com/office/officeart/2005/8/layout/orgChart1"/>
    <dgm:cxn modelId="{D109489E-AF2B-4C70-A9F9-7284CC6B4C2A}" type="presOf" srcId="{A32DBAE8-D1A6-41C1-AD79-B2CFA83EE00F}" destId="{4F07A8B3-99D3-4598-AC67-DD892920601E}" srcOrd="1" destOrd="0" presId="urn:microsoft.com/office/officeart/2005/8/layout/orgChart1"/>
    <dgm:cxn modelId="{3D83E49F-1BA7-4AA1-AB01-D9B842D2B533}" type="presOf" srcId="{C91A6178-B92A-4721-B804-372A67FF00EF}" destId="{3AFBD5C8-82F9-4673-9810-4EF9522BFC92}" srcOrd="0" destOrd="0" presId="urn:microsoft.com/office/officeart/2005/8/layout/orgChart1"/>
    <dgm:cxn modelId="{215DB7A9-03F3-4DEA-9870-D4182F93B147}" type="presOf" srcId="{840D694F-CB5D-41CA-A844-6FF7A2C52841}" destId="{9BCDD902-0FB0-4247-89AF-1BA5BE1D6E13}" srcOrd="0" destOrd="0" presId="urn:microsoft.com/office/officeart/2005/8/layout/orgChart1"/>
    <dgm:cxn modelId="{2586E8AA-FF3A-409D-B852-F8EC3ECC0829}" type="presOf" srcId="{F09300AA-1468-4691-BFA0-C96CC3F2F107}" destId="{117537B8-6586-4A68-91D2-5610C5E008CA}" srcOrd="0" destOrd="0" presId="urn:microsoft.com/office/officeart/2005/8/layout/orgChart1"/>
    <dgm:cxn modelId="{8254E1AC-2F0B-4783-A0B3-955CAECE6E8F}" type="presOf" srcId="{490ADD49-1349-47EE-B77A-8CD186BB218E}" destId="{BBBBDC89-AB32-4363-A575-06C564BB4BAE}" srcOrd="0" destOrd="0" presId="urn:microsoft.com/office/officeart/2005/8/layout/orgChart1"/>
    <dgm:cxn modelId="{C9415FB3-6B4C-4559-B55D-F4CBB56CF0C4}" type="presOf" srcId="{037C5873-98DF-447D-841C-0D23729AEE73}" destId="{AFAD578C-45DA-48B8-AAE7-F6E38E3BCF48}" srcOrd="0" destOrd="0" presId="urn:microsoft.com/office/officeart/2005/8/layout/orgChart1"/>
    <dgm:cxn modelId="{11C192B4-D1FC-4F9B-9DB0-DC41ABACB5BA}" srcId="{200E0072-5DD1-436E-B7E4-606F9EA9788B}" destId="{9D857AD0-0B34-405D-AE54-6DF81871D1A7}" srcOrd="4" destOrd="0" parTransId="{C2D28295-33BB-45E2-A6B1-53FE3C2E0C91}" sibTransId="{DBBC6614-E761-40E3-9331-2A92A044541B}"/>
    <dgm:cxn modelId="{2EACADB5-B15E-4E2D-B9A7-873466BED2CE}" srcId="{C5841F77-BFBA-4342-9E8E-05840D6103F9}" destId="{AF905B9E-684D-4234-B23F-60D424D3CE09}" srcOrd="1" destOrd="0" parTransId="{0CEBA743-A13E-48FF-98DC-7FC14A2F35F5}" sibTransId="{DC9BD5A5-CDD8-4A8D-BC42-DB9ECBDF9464}"/>
    <dgm:cxn modelId="{04DB9DB7-80F4-4179-8E74-4873752476C3}" type="presOf" srcId="{200E0072-5DD1-436E-B7E4-606F9EA9788B}" destId="{2873C7D8-7CCC-4850-B90E-C525EFB3BDBF}" srcOrd="0" destOrd="0" presId="urn:microsoft.com/office/officeart/2005/8/layout/orgChart1"/>
    <dgm:cxn modelId="{56506AB8-064B-4911-A5FA-CBFF74B58574}" type="presOf" srcId="{83A32B2B-DFA6-4703-85FC-49B3489A4887}" destId="{E8F0EA33-2193-4B0C-8F2B-CFD110868B7E}" srcOrd="0" destOrd="0" presId="urn:microsoft.com/office/officeart/2005/8/layout/orgChart1"/>
    <dgm:cxn modelId="{229175B9-14E0-4E7D-8A8E-372C0699C9EB}" type="presOf" srcId="{9D857AD0-0B34-405D-AE54-6DF81871D1A7}" destId="{002B243A-FF54-458D-B197-B33051E35095}" srcOrd="1" destOrd="0" presId="urn:microsoft.com/office/officeart/2005/8/layout/orgChart1"/>
    <dgm:cxn modelId="{4A94E1BA-14C3-47E5-ACAD-943671AAED09}" type="presOf" srcId="{FA20FF2B-704A-47CF-AF48-DD4A8D1ECEE8}" destId="{60C77DAD-FBB0-4663-AE35-7AAF2D9193DC}" srcOrd="0" destOrd="0" presId="urn:microsoft.com/office/officeart/2005/8/layout/orgChart1"/>
    <dgm:cxn modelId="{2C122EC3-72E0-4CF8-A4CC-CC82A935F38C}" type="presOf" srcId="{B17DDB1C-1EFB-4CC6-9BB7-1210B3D1D557}" destId="{AA8A91F3-DFAC-4EED-BC26-C3EA01F62171}" srcOrd="0" destOrd="0" presId="urn:microsoft.com/office/officeart/2005/8/layout/orgChart1"/>
    <dgm:cxn modelId="{52036EC3-1599-487C-92AC-973522A38D1E}" srcId="{AF905B9E-684D-4234-B23F-60D424D3CE09}" destId="{A32DBAE8-D1A6-41C1-AD79-B2CFA83EE00F}" srcOrd="0" destOrd="0" parTransId="{2DAB0EF5-DF76-4268-803C-9E5CE62A60D7}" sibTransId="{8BF67D60-8150-47AB-B9F4-12B1C193C5BD}"/>
    <dgm:cxn modelId="{F8E142C7-4069-4C58-9A6A-87D42A376CD1}" type="presOf" srcId="{9D857AD0-0B34-405D-AE54-6DF81871D1A7}" destId="{FBE8A3E0-6F2D-4E30-8737-35818B006EE0}" srcOrd="0" destOrd="0" presId="urn:microsoft.com/office/officeart/2005/8/layout/orgChart1"/>
    <dgm:cxn modelId="{2A1F03C9-1A0C-4506-AD2A-791287A290D9}" type="presOf" srcId="{9CE47A68-4991-40B3-A34C-68676E4E0985}" destId="{27C65EF3-EAC0-4977-9C2B-22E6E2811BB8}" srcOrd="1" destOrd="0" presId="urn:microsoft.com/office/officeart/2005/8/layout/orgChart1"/>
    <dgm:cxn modelId="{3D3F46C9-65EC-40F0-943B-7EB23E35E999}" type="presOf" srcId="{851396AB-A3B4-441F-A639-DDE556632F04}" destId="{19B545B8-4F26-4169-A2C3-CE5E8D960506}" srcOrd="0" destOrd="0" presId="urn:microsoft.com/office/officeart/2005/8/layout/orgChart1"/>
    <dgm:cxn modelId="{1816F0CB-B08A-4026-A90C-1DE0C5A87F49}" type="presOf" srcId="{93DAD6D3-BF37-4607-9D6B-FC10C98396EB}" destId="{1F9DA5FF-6DC9-4930-A060-017B49D7EE01}" srcOrd="0" destOrd="0" presId="urn:microsoft.com/office/officeart/2005/8/layout/orgChart1"/>
    <dgm:cxn modelId="{C927D0CC-CD56-4672-8320-1B27DAF1C55F}" type="presOf" srcId="{D7ABB91C-D11D-4448-8472-95E0D3EC867A}" destId="{E175364F-CEC0-4224-9B9A-A3FB096D040E}" srcOrd="0" destOrd="0" presId="urn:microsoft.com/office/officeart/2005/8/layout/orgChart1"/>
    <dgm:cxn modelId="{3E84A1D0-A4EC-4C23-8C4F-95BBE35008FC}" type="presOf" srcId="{C2D28295-33BB-45E2-A6B1-53FE3C2E0C91}" destId="{3373EFB5-AB6B-4CE6-9D90-6AFBB047CC08}" srcOrd="0" destOrd="0" presId="urn:microsoft.com/office/officeart/2005/8/layout/orgChart1"/>
    <dgm:cxn modelId="{55559FD1-E677-4423-A09C-A38260C6E934}" srcId="{AF905B9E-684D-4234-B23F-60D424D3CE09}" destId="{FA20FF2B-704A-47CF-AF48-DD4A8D1ECEE8}" srcOrd="3" destOrd="0" parTransId="{1A5E89CA-154E-4DFA-A4D5-89782F598294}" sibTransId="{51D5FAC8-9D37-4B76-A964-1F4AEC409F5C}"/>
    <dgm:cxn modelId="{847AA4D3-61E6-44A5-951C-1D67018EEB1F}" type="presOf" srcId="{14F0F1C9-28CC-4D51-971C-5D87BD9E2D80}" destId="{6B9FF73E-8F96-43A3-974E-D4791F7B7F66}" srcOrd="0" destOrd="0" presId="urn:microsoft.com/office/officeart/2005/8/layout/orgChart1"/>
    <dgm:cxn modelId="{1DB8DCD8-6855-4EF5-A613-A37A9EDDF1B4}" type="presOf" srcId="{09E6BFDE-C393-47AC-9AB9-2ABC4FD6B402}" destId="{D4258FEE-002C-4177-8A25-35C399F0AA36}" srcOrd="0" destOrd="0" presId="urn:microsoft.com/office/officeart/2005/8/layout/orgChart1"/>
    <dgm:cxn modelId="{1A213CDB-6383-4170-9523-E2CC28618034}" srcId="{C5841F77-BFBA-4342-9E8E-05840D6103F9}" destId="{200E0072-5DD1-436E-B7E4-606F9EA9788B}" srcOrd="2" destOrd="0" parTransId="{840D694F-CB5D-41CA-A844-6FF7A2C52841}" sibTransId="{6672427D-1419-442E-8CAB-767CEF266472}"/>
    <dgm:cxn modelId="{8B02BEDC-98FB-4E56-9FFC-F2C60A88B773}" type="presOf" srcId="{626564BD-CD18-4ABE-A6A1-81423203C645}" destId="{7A9B3B75-5AC7-4B6E-AA7A-69A877E863B5}" srcOrd="0" destOrd="0" presId="urn:microsoft.com/office/officeart/2005/8/layout/orgChart1"/>
    <dgm:cxn modelId="{9D2B30DE-4CB2-4D7B-9E4D-A2039D24B808}" type="presOf" srcId="{9AF06F88-5488-40BB-8C4E-7136D12D8A11}" destId="{3C93BA75-AE09-44D8-9DEE-E75ABC5CC226}" srcOrd="1" destOrd="0" presId="urn:microsoft.com/office/officeart/2005/8/layout/orgChart1"/>
    <dgm:cxn modelId="{381403E4-DC83-4DBB-B834-714C3192F6D8}" type="presOf" srcId="{43DEE993-6523-4D0F-86E9-F86B6B88F560}" destId="{20DC4705-0BE0-4F56-A8EB-15716E0D1985}" srcOrd="0" destOrd="0" presId="urn:microsoft.com/office/officeart/2005/8/layout/orgChart1"/>
    <dgm:cxn modelId="{D6C1D2E4-9AD5-4E1B-9C24-C61B6E490A2F}" type="presOf" srcId="{D58B9648-B14A-4EA1-B4D6-08810568BEB3}" destId="{453D1CE6-C30C-498A-9026-7B3D50B3BACE}" srcOrd="1" destOrd="0" presId="urn:microsoft.com/office/officeart/2005/8/layout/orgChart1"/>
    <dgm:cxn modelId="{03B76FE5-D285-47B8-BDBD-67DD2791F230}" type="presOf" srcId="{AB41D210-909B-405E-BB61-5BBBE79AD790}" destId="{E8466326-836B-4304-9640-06DB099CC683}" srcOrd="0" destOrd="0" presId="urn:microsoft.com/office/officeart/2005/8/layout/orgChart1"/>
    <dgm:cxn modelId="{011114E9-7955-4130-BB7C-F6F14F1E18C7}" srcId="{BA147150-12F6-42EC-A588-E6D94F61411F}" destId="{1943DCFF-C832-4D3E-A155-927C01C274AD}" srcOrd="1" destOrd="0" parTransId="{C91A6178-B92A-4721-B804-372A67FF00EF}" sibTransId="{02E48331-B7C4-4C76-9E90-DA5A73885D04}"/>
    <dgm:cxn modelId="{FC1D4EE9-290C-4A3A-81CF-5803948D1056}" type="presOf" srcId="{B17DDB1C-1EFB-4CC6-9BB7-1210B3D1D557}" destId="{F4E82374-5E4C-446D-8E76-1358A6987252}" srcOrd="1" destOrd="0" presId="urn:microsoft.com/office/officeart/2005/8/layout/orgChart1"/>
    <dgm:cxn modelId="{766F76EA-C4BA-4851-ABEB-713F757D458D}" type="presOf" srcId="{A1F043D0-C0C3-4292-A40E-0CA87AD5B4A3}" destId="{B752284B-44F0-4ADF-8E80-5B36D4AFE69A}" srcOrd="0" destOrd="0" presId="urn:microsoft.com/office/officeart/2005/8/layout/orgChart1"/>
    <dgm:cxn modelId="{8FE9D5F3-D26D-4396-B675-C7BF2D7F796E}" type="presOf" srcId="{800C5A74-9534-4736-8FB8-4E2910341306}" destId="{39C4A32A-DFF5-4E80-B1C6-184330661942}" srcOrd="0" destOrd="0" presId="urn:microsoft.com/office/officeart/2005/8/layout/orgChart1"/>
    <dgm:cxn modelId="{E5BD4BF6-F647-4F39-BFED-8649D20D2CA8}" type="presOf" srcId="{851396AB-A3B4-441F-A639-DDE556632F04}" destId="{2D1D2350-24A2-47AE-B497-0399C6052938}" srcOrd="1" destOrd="0" presId="urn:microsoft.com/office/officeart/2005/8/layout/orgChart1"/>
    <dgm:cxn modelId="{1DC441FA-AB72-487E-A292-00B73DCF7BA6}" srcId="{43DEE993-6523-4D0F-86E9-F86B6B88F560}" destId="{9AF06F88-5488-40BB-8C4E-7136D12D8A11}" srcOrd="0" destOrd="0" parTransId="{0A5BA40C-B89F-4F8A-99B0-FD5D7EBDE91F}" sibTransId="{63B0F1A2-070F-4905-9AB6-38A977D9AE9B}"/>
    <dgm:cxn modelId="{B638BEFB-309F-4506-AE7D-5A384E0F88ED}" srcId="{200E0072-5DD1-436E-B7E4-606F9EA9788B}" destId="{D58B9648-B14A-4EA1-B4D6-08810568BEB3}" srcOrd="2" destOrd="0" parTransId="{8FD4F929-E004-483C-99A2-2C4705467AF5}" sibTransId="{ACC1CFA2-D36A-4D2C-AA60-143F543EC2E7}"/>
    <dgm:cxn modelId="{0EB508FC-3885-4143-8E47-83D24344230D}" type="presOf" srcId="{20EE91A6-E2CB-4A5B-A796-0725E91F16C3}" destId="{0E739A8F-E22F-469C-9C48-C97717EBFE4C}" srcOrd="0" destOrd="0" presId="urn:microsoft.com/office/officeart/2005/8/layout/orgChart1"/>
    <dgm:cxn modelId="{E210849C-8CA0-4408-89A3-DD26FA5FEB47}" type="presParOf" srcId="{115C222D-E816-4887-8F70-C741937A215A}" destId="{4E9E1D17-1D1B-4706-A170-EDD79E55FDCE}" srcOrd="0" destOrd="0" presId="urn:microsoft.com/office/officeart/2005/8/layout/orgChart1"/>
    <dgm:cxn modelId="{E18FFA09-28A2-4AC0-8C48-A9251761B7BB}" type="presParOf" srcId="{4E9E1D17-1D1B-4706-A170-EDD79E55FDCE}" destId="{D71472F3-B623-47E5-B4EE-5F1B902B5068}" srcOrd="0" destOrd="0" presId="urn:microsoft.com/office/officeart/2005/8/layout/orgChart1"/>
    <dgm:cxn modelId="{CEAD688E-731B-4737-AAB0-4714D7DC5D20}" type="presParOf" srcId="{D71472F3-B623-47E5-B4EE-5F1B902B5068}" destId="{ED03A757-EF88-43A7-9F7C-5DA7F0745A09}" srcOrd="0" destOrd="0" presId="urn:microsoft.com/office/officeart/2005/8/layout/orgChart1"/>
    <dgm:cxn modelId="{25AEB13C-A2A4-4291-9111-B6E7E6309044}" type="presParOf" srcId="{D71472F3-B623-47E5-B4EE-5F1B902B5068}" destId="{9B558EAE-F735-4B12-BA44-7A149E8ADFF6}" srcOrd="1" destOrd="0" presId="urn:microsoft.com/office/officeart/2005/8/layout/orgChart1"/>
    <dgm:cxn modelId="{3798E6B0-EEDF-4DE9-AC38-6D65BCB18F56}" type="presParOf" srcId="{4E9E1D17-1D1B-4706-A170-EDD79E55FDCE}" destId="{E0947D23-E040-40CC-AE1C-6FC1F207711E}" srcOrd="1" destOrd="0" presId="urn:microsoft.com/office/officeart/2005/8/layout/orgChart1"/>
    <dgm:cxn modelId="{D486DD56-D30D-4AB1-97AD-8BC6E0105BDA}" type="presParOf" srcId="{E0947D23-E040-40CC-AE1C-6FC1F207711E}" destId="{2679E9CD-4AFC-446D-91D5-447A6CE91972}" srcOrd="0" destOrd="0" presId="urn:microsoft.com/office/officeart/2005/8/layout/orgChart1"/>
    <dgm:cxn modelId="{59A201E0-7D8A-4B6D-9CB3-65E0F81724A5}" type="presParOf" srcId="{E0947D23-E040-40CC-AE1C-6FC1F207711E}" destId="{95352809-EADE-43B5-8422-1FEAE8C9B9D9}" srcOrd="1" destOrd="0" presId="urn:microsoft.com/office/officeart/2005/8/layout/orgChart1"/>
    <dgm:cxn modelId="{A75E95A9-FD75-405E-998A-8DEFF8A86705}" type="presParOf" srcId="{95352809-EADE-43B5-8422-1FEAE8C9B9D9}" destId="{7E132DE1-C414-409A-8EE8-9807213555E7}" srcOrd="0" destOrd="0" presId="urn:microsoft.com/office/officeart/2005/8/layout/orgChart1"/>
    <dgm:cxn modelId="{58296CC2-9125-4B94-AD22-98B315207134}" type="presParOf" srcId="{7E132DE1-C414-409A-8EE8-9807213555E7}" destId="{20DC4705-0BE0-4F56-A8EB-15716E0D1985}" srcOrd="0" destOrd="0" presId="urn:microsoft.com/office/officeart/2005/8/layout/orgChart1"/>
    <dgm:cxn modelId="{F236B7D8-A4E1-4957-A411-59BCD434404D}" type="presParOf" srcId="{7E132DE1-C414-409A-8EE8-9807213555E7}" destId="{A53A9704-45F8-4661-8613-4D567C5B8AA8}" srcOrd="1" destOrd="0" presId="urn:microsoft.com/office/officeart/2005/8/layout/orgChart1"/>
    <dgm:cxn modelId="{83CBAAB0-E64F-4726-AD23-D13472BFD37A}" type="presParOf" srcId="{95352809-EADE-43B5-8422-1FEAE8C9B9D9}" destId="{8AA6CD50-B9B8-42E7-BC67-FE2591E01B27}" srcOrd="1" destOrd="0" presId="urn:microsoft.com/office/officeart/2005/8/layout/orgChart1"/>
    <dgm:cxn modelId="{0034602C-3AFC-4890-89C5-192507EFC030}" type="presParOf" srcId="{8AA6CD50-B9B8-42E7-BC67-FE2591E01B27}" destId="{6F03FFE3-F36D-44C2-8C33-0F9D35D949C7}" srcOrd="0" destOrd="0" presId="urn:microsoft.com/office/officeart/2005/8/layout/orgChart1"/>
    <dgm:cxn modelId="{33E039C0-7CAC-4B1F-A8F6-30CE2CC2B193}" type="presParOf" srcId="{8AA6CD50-B9B8-42E7-BC67-FE2591E01B27}" destId="{9C39275F-3D2E-4E77-B889-3ED809A06C0D}" srcOrd="1" destOrd="0" presId="urn:microsoft.com/office/officeart/2005/8/layout/orgChart1"/>
    <dgm:cxn modelId="{1B78BB73-CDEE-4A70-9556-ADAF7932D4B7}" type="presParOf" srcId="{9C39275F-3D2E-4E77-B889-3ED809A06C0D}" destId="{CAC8927C-9970-4A55-A966-372A8ADC0FA5}" srcOrd="0" destOrd="0" presId="urn:microsoft.com/office/officeart/2005/8/layout/orgChart1"/>
    <dgm:cxn modelId="{E264E39D-71E2-4FBB-974B-559AB47F208F}" type="presParOf" srcId="{CAC8927C-9970-4A55-A966-372A8ADC0FA5}" destId="{6A3A00ED-9A26-4566-A19B-0720E9A8D996}" srcOrd="0" destOrd="0" presId="urn:microsoft.com/office/officeart/2005/8/layout/orgChart1"/>
    <dgm:cxn modelId="{D81C74C7-2CA3-4512-9F6F-9770037B597D}" type="presParOf" srcId="{CAC8927C-9970-4A55-A966-372A8ADC0FA5}" destId="{3C93BA75-AE09-44D8-9DEE-E75ABC5CC226}" srcOrd="1" destOrd="0" presId="urn:microsoft.com/office/officeart/2005/8/layout/orgChart1"/>
    <dgm:cxn modelId="{3E2C747C-2C44-41E5-B41F-7607D17462A0}" type="presParOf" srcId="{9C39275F-3D2E-4E77-B889-3ED809A06C0D}" destId="{F276269B-8747-4E16-BAAA-CDA6D1E6EB0E}" srcOrd="1" destOrd="0" presId="urn:microsoft.com/office/officeart/2005/8/layout/orgChart1"/>
    <dgm:cxn modelId="{1D3061D8-CE99-432A-8DC2-96ADDC7A3A0C}" type="presParOf" srcId="{9C39275F-3D2E-4E77-B889-3ED809A06C0D}" destId="{08A34AFC-85CA-4F78-9375-1B5EC3962E4E}" srcOrd="2" destOrd="0" presId="urn:microsoft.com/office/officeart/2005/8/layout/orgChart1"/>
    <dgm:cxn modelId="{DAD43F8B-B0F1-44FA-BFBD-2828D30069B2}" type="presParOf" srcId="{8AA6CD50-B9B8-42E7-BC67-FE2591E01B27}" destId="{6B9FF73E-8F96-43A3-974E-D4791F7B7F66}" srcOrd="2" destOrd="0" presId="urn:microsoft.com/office/officeart/2005/8/layout/orgChart1"/>
    <dgm:cxn modelId="{A539B225-2D5C-4F12-84C4-AA50F25EE7D4}" type="presParOf" srcId="{8AA6CD50-B9B8-42E7-BC67-FE2591E01B27}" destId="{3EE31C7F-5850-4E4D-A6E9-405394E21167}" srcOrd="3" destOrd="0" presId="urn:microsoft.com/office/officeart/2005/8/layout/orgChart1"/>
    <dgm:cxn modelId="{24ABBB54-4A9C-4EB0-9EC3-0CFE617479CC}" type="presParOf" srcId="{3EE31C7F-5850-4E4D-A6E9-405394E21167}" destId="{0A73B71E-7B11-49F4-8E04-A2D7D5CDA7D2}" srcOrd="0" destOrd="0" presId="urn:microsoft.com/office/officeart/2005/8/layout/orgChart1"/>
    <dgm:cxn modelId="{235F9E97-FDE3-432C-BC85-434E457D2FB6}" type="presParOf" srcId="{0A73B71E-7B11-49F4-8E04-A2D7D5CDA7D2}" destId="{FA1AC1A9-3BA1-44D4-BFD2-6CB055A2C645}" srcOrd="0" destOrd="0" presId="urn:microsoft.com/office/officeart/2005/8/layout/orgChart1"/>
    <dgm:cxn modelId="{63689499-EAEF-4001-8583-D6D8762CA306}" type="presParOf" srcId="{0A73B71E-7B11-49F4-8E04-A2D7D5CDA7D2}" destId="{BC5281AD-2453-4B7B-8195-037A80CDF919}" srcOrd="1" destOrd="0" presId="urn:microsoft.com/office/officeart/2005/8/layout/orgChart1"/>
    <dgm:cxn modelId="{8BAF5EDB-E7A7-428A-8520-2D811325A3F2}" type="presParOf" srcId="{3EE31C7F-5850-4E4D-A6E9-405394E21167}" destId="{AE6E2B22-3DD4-4140-B102-F23453491CF0}" srcOrd="1" destOrd="0" presId="urn:microsoft.com/office/officeart/2005/8/layout/orgChart1"/>
    <dgm:cxn modelId="{9A1C9527-6F85-475F-B048-253E04898F31}" type="presParOf" srcId="{3EE31C7F-5850-4E4D-A6E9-405394E21167}" destId="{37E634CB-CEC8-43B7-88B1-3C2A9A82C38E}" srcOrd="2" destOrd="0" presId="urn:microsoft.com/office/officeart/2005/8/layout/orgChart1"/>
    <dgm:cxn modelId="{764FF1CE-2EBB-4E4C-AAA7-C1F95C5894CA}" type="presParOf" srcId="{8AA6CD50-B9B8-42E7-BC67-FE2591E01B27}" destId="{1F9DA5FF-6DC9-4930-A060-017B49D7EE01}" srcOrd="4" destOrd="0" presId="urn:microsoft.com/office/officeart/2005/8/layout/orgChart1"/>
    <dgm:cxn modelId="{FC5E1018-E0B7-49AC-B506-9A9C6AC1CEA6}" type="presParOf" srcId="{8AA6CD50-B9B8-42E7-BC67-FE2591E01B27}" destId="{6E955838-4459-4B3D-944D-368370269332}" srcOrd="5" destOrd="0" presId="urn:microsoft.com/office/officeart/2005/8/layout/orgChart1"/>
    <dgm:cxn modelId="{FCAACA1E-1940-4061-AFCE-5EE5027A2945}" type="presParOf" srcId="{6E955838-4459-4B3D-944D-368370269332}" destId="{07CD4322-35B7-4CBA-A4CA-027DC68FB08B}" srcOrd="0" destOrd="0" presId="urn:microsoft.com/office/officeart/2005/8/layout/orgChart1"/>
    <dgm:cxn modelId="{74D5A0C1-3C75-493F-848D-9546B25B63F3}" type="presParOf" srcId="{07CD4322-35B7-4CBA-A4CA-027DC68FB08B}" destId="{CFF750AF-06F8-43F7-A532-2D6B2745D734}" srcOrd="0" destOrd="0" presId="urn:microsoft.com/office/officeart/2005/8/layout/orgChart1"/>
    <dgm:cxn modelId="{43797577-CE27-49D3-B2B1-0FF0C9C8AFB1}" type="presParOf" srcId="{07CD4322-35B7-4CBA-A4CA-027DC68FB08B}" destId="{27C65EF3-EAC0-4977-9C2B-22E6E2811BB8}" srcOrd="1" destOrd="0" presId="urn:microsoft.com/office/officeart/2005/8/layout/orgChart1"/>
    <dgm:cxn modelId="{D67B1D64-F599-48EA-B83F-374943EED8B5}" type="presParOf" srcId="{6E955838-4459-4B3D-944D-368370269332}" destId="{AB91F7F9-9FC6-4FCB-B88F-A34E1D64C0B5}" srcOrd="1" destOrd="0" presId="urn:microsoft.com/office/officeart/2005/8/layout/orgChart1"/>
    <dgm:cxn modelId="{9A36C54A-C1A4-4527-BFBE-B7561C97E275}" type="presParOf" srcId="{6E955838-4459-4B3D-944D-368370269332}" destId="{E1594CDF-8DF8-4160-9DF4-0B96E61E8FBD}" srcOrd="2" destOrd="0" presId="urn:microsoft.com/office/officeart/2005/8/layout/orgChart1"/>
    <dgm:cxn modelId="{956AB81D-89AD-4FBB-8A4D-FEEFAE739874}" type="presParOf" srcId="{95352809-EADE-43B5-8422-1FEAE8C9B9D9}" destId="{EFDD0CB9-A348-4A29-8F1D-A80AC76FB55E}" srcOrd="2" destOrd="0" presId="urn:microsoft.com/office/officeart/2005/8/layout/orgChart1"/>
    <dgm:cxn modelId="{4B75B7CF-7DF7-4E2E-8903-4CCF5E9457B9}" type="presParOf" srcId="{E0947D23-E040-40CC-AE1C-6FC1F207711E}" destId="{3C4DCF8F-7A20-4822-A213-EBA1FACFFB71}" srcOrd="2" destOrd="0" presId="urn:microsoft.com/office/officeart/2005/8/layout/orgChart1"/>
    <dgm:cxn modelId="{2118C19F-8B88-461D-BC8E-D49DC7F5BEEB}" type="presParOf" srcId="{E0947D23-E040-40CC-AE1C-6FC1F207711E}" destId="{6AAFD7B0-5806-443E-86C9-04039FA01604}" srcOrd="3" destOrd="0" presId="urn:microsoft.com/office/officeart/2005/8/layout/orgChart1"/>
    <dgm:cxn modelId="{0A68B067-2204-4E3C-965C-B66CFAC18AFE}" type="presParOf" srcId="{6AAFD7B0-5806-443E-86C9-04039FA01604}" destId="{4B840285-7C22-465A-9193-7B44DB86CDB1}" srcOrd="0" destOrd="0" presId="urn:microsoft.com/office/officeart/2005/8/layout/orgChart1"/>
    <dgm:cxn modelId="{D5D18667-C40D-4F3B-B44D-0366177C0681}" type="presParOf" srcId="{4B840285-7C22-465A-9193-7B44DB86CDB1}" destId="{CD015E9C-FCAA-46BE-87DA-61A66974C975}" srcOrd="0" destOrd="0" presId="urn:microsoft.com/office/officeart/2005/8/layout/orgChart1"/>
    <dgm:cxn modelId="{02132D61-2697-42A3-AE27-E1B274A6B8FE}" type="presParOf" srcId="{4B840285-7C22-465A-9193-7B44DB86CDB1}" destId="{B5A618C3-247C-4238-8D02-1FBADFC3D745}" srcOrd="1" destOrd="0" presId="urn:microsoft.com/office/officeart/2005/8/layout/orgChart1"/>
    <dgm:cxn modelId="{6F1F294D-E1B1-403E-8D48-1BE46935A83A}" type="presParOf" srcId="{6AAFD7B0-5806-443E-86C9-04039FA01604}" destId="{C7CBD464-4A11-4E2D-A09E-3AB204446176}" srcOrd="1" destOrd="0" presId="urn:microsoft.com/office/officeart/2005/8/layout/orgChart1"/>
    <dgm:cxn modelId="{7F05D808-A513-43CB-874A-5FE7042967FC}" type="presParOf" srcId="{C7CBD464-4A11-4E2D-A09E-3AB204446176}" destId="{48068BFD-BC16-42FA-AD74-45280EABA48B}" srcOrd="0" destOrd="0" presId="urn:microsoft.com/office/officeart/2005/8/layout/orgChart1"/>
    <dgm:cxn modelId="{3652C50F-82AF-41EE-B63A-2726363BC73B}" type="presParOf" srcId="{C7CBD464-4A11-4E2D-A09E-3AB204446176}" destId="{54E4974A-A169-40FF-B7EE-109C8F2A988B}" srcOrd="1" destOrd="0" presId="urn:microsoft.com/office/officeart/2005/8/layout/orgChart1"/>
    <dgm:cxn modelId="{849666CF-2340-470A-927D-A7A3605C4585}" type="presParOf" srcId="{54E4974A-A169-40FF-B7EE-109C8F2A988B}" destId="{D8C74A27-927F-4491-98FB-F02F51B5EB65}" srcOrd="0" destOrd="0" presId="urn:microsoft.com/office/officeart/2005/8/layout/orgChart1"/>
    <dgm:cxn modelId="{014A5AB2-B821-44CF-9215-DC9F29A37A8C}" type="presParOf" srcId="{D8C74A27-927F-4491-98FB-F02F51B5EB65}" destId="{6BEB21F4-D0DD-45C2-8926-987EEC5E49D7}" srcOrd="0" destOrd="0" presId="urn:microsoft.com/office/officeart/2005/8/layout/orgChart1"/>
    <dgm:cxn modelId="{5D63F964-C7DD-4AE4-B88A-CDCD15FF500A}" type="presParOf" srcId="{D8C74A27-927F-4491-98FB-F02F51B5EB65}" destId="{4F07A8B3-99D3-4598-AC67-DD892920601E}" srcOrd="1" destOrd="0" presId="urn:microsoft.com/office/officeart/2005/8/layout/orgChart1"/>
    <dgm:cxn modelId="{8E3D5CB2-7929-4C3D-B03E-48B67478F6F3}" type="presParOf" srcId="{54E4974A-A169-40FF-B7EE-109C8F2A988B}" destId="{8B85F3DE-7A31-4CBF-9B02-D23AF373B1AA}" srcOrd="1" destOrd="0" presId="urn:microsoft.com/office/officeart/2005/8/layout/orgChart1"/>
    <dgm:cxn modelId="{0641B80F-140D-4256-A9D7-D9EC17658773}" type="presParOf" srcId="{54E4974A-A169-40FF-B7EE-109C8F2A988B}" destId="{DAA60A33-A55B-477A-958A-8B08C5753405}" srcOrd="2" destOrd="0" presId="urn:microsoft.com/office/officeart/2005/8/layout/orgChart1"/>
    <dgm:cxn modelId="{2A04B829-97D7-4CED-AF1D-D5DD00478C56}" type="presParOf" srcId="{C7CBD464-4A11-4E2D-A09E-3AB204446176}" destId="{117537B8-6586-4A68-91D2-5610C5E008CA}" srcOrd="2" destOrd="0" presId="urn:microsoft.com/office/officeart/2005/8/layout/orgChart1"/>
    <dgm:cxn modelId="{76413694-CBFA-45A8-8575-69F2AB8F5966}" type="presParOf" srcId="{C7CBD464-4A11-4E2D-A09E-3AB204446176}" destId="{C345E97D-9610-4517-BE6E-FC324CE38024}" srcOrd="3" destOrd="0" presId="urn:microsoft.com/office/officeart/2005/8/layout/orgChart1"/>
    <dgm:cxn modelId="{87140F65-F3F3-4E8A-B5A4-BC1CB93AD4AF}" type="presParOf" srcId="{C345E97D-9610-4517-BE6E-FC324CE38024}" destId="{9EBEFF84-BD5F-479E-BFAF-B3C0AC58B818}" srcOrd="0" destOrd="0" presId="urn:microsoft.com/office/officeart/2005/8/layout/orgChart1"/>
    <dgm:cxn modelId="{3F43DC47-1261-4DDD-BA0E-59C6B79F401E}" type="presParOf" srcId="{9EBEFF84-BD5F-479E-BFAF-B3C0AC58B818}" destId="{AC64D9FE-D330-4C58-BAA8-D4A4AC66C5DB}" srcOrd="0" destOrd="0" presId="urn:microsoft.com/office/officeart/2005/8/layout/orgChart1"/>
    <dgm:cxn modelId="{FB54A50E-FD3D-491B-91A8-984D974E2026}" type="presParOf" srcId="{9EBEFF84-BD5F-479E-BFAF-B3C0AC58B818}" destId="{76D87D32-D4CA-4FB3-8BB7-090CEE1318C7}" srcOrd="1" destOrd="0" presId="urn:microsoft.com/office/officeart/2005/8/layout/orgChart1"/>
    <dgm:cxn modelId="{A62602A9-ADB8-420B-9DAC-0A81AD12ACCB}" type="presParOf" srcId="{C345E97D-9610-4517-BE6E-FC324CE38024}" destId="{BDE5FDAC-301F-4458-A867-9C2FC88E19D1}" srcOrd="1" destOrd="0" presId="urn:microsoft.com/office/officeart/2005/8/layout/orgChart1"/>
    <dgm:cxn modelId="{8C0DA108-442A-4210-8A46-60B91D0854BA}" type="presParOf" srcId="{C345E97D-9610-4517-BE6E-FC324CE38024}" destId="{530DD76D-054A-4AC3-9582-4CF166F71E4F}" srcOrd="2" destOrd="0" presId="urn:microsoft.com/office/officeart/2005/8/layout/orgChart1"/>
    <dgm:cxn modelId="{AF85DCDD-A895-44BA-88E3-7DFE63630BC9}" type="presParOf" srcId="{C7CBD464-4A11-4E2D-A09E-3AB204446176}" destId="{F6576A39-7A7C-4552-B846-6322775063B8}" srcOrd="4" destOrd="0" presId="urn:microsoft.com/office/officeart/2005/8/layout/orgChart1"/>
    <dgm:cxn modelId="{17ABB737-4B75-4280-A3DF-8520F0CC3672}" type="presParOf" srcId="{C7CBD464-4A11-4E2D-A09E-3AB204446176}" destId="{F3D75E4C-DD35-4F16-8433-C601C0B5C6BB}" srcOrd="5" destOrd="0" presId="urn:microsoft.com/office/officeart/2005/8/layout/orgChart1"/>
    <dgm:cxn modelId="{0128994B-3C7E-4C7E-9793-2EB5AC2E6318}" type="presParOf" srcId="{F3D75E4C-DD35-4F16-8433-C601C0B5C6BB}" destId="{42426C93-140F-41B9-80F7-258CA8E74BD3}" srcOrd="0" destOrd="0" presId="urn:microsoft.com/office/officeart/2005/8/layout/orgChart1"/>
    <dgm:cxn modelId="{D0C70137-B95F-4B2B-B2D2-362622CE5244}" type="presParOf" srcId="{42426C93-140F-41B9-80F7-258CA8E74BD3}" destId="{C01E5C9A-854C-44BC-954C-A2A88D87C11C}" srcOrd="0" destOrd="0" presId="urn:microsoft.com/office/officeart/2005/8/layout/orgChart1"/>
    <dgm:cxn modelId="{68C801CD-3E56-49BD-A7B5-5976C1631CF5}" type="presParOf" srcId="{42426C93-140F-41B9-80F7-258CA8E74BD3}" destId="{94C0C5E0-E737-4216-ABC7-75A245C48172}" srcOrd="1" destOrd="0" presId="urn:microsoft.com/office/officeart/2005/8/layout/orgChart1"/>
    <dgm:cxn modelId="{4B7B29AB-CA2B-4CCF-A41F-E8C84B59C7ED}" type="presParOf" srcId="{F3D75E4C-DD35-4F16-8433-C601C0B5C6BB}" destId="{C425C7D9-11C7-4933-9728-60F2F5EEAB86}" srcOrd="1" destOrd="0" presId="urn:microsoft.com/office/officeart/2005/8/layout/orgChart1"/>
    <dgm:cxn modelId="{036C9B85-5691-45ED-B693-0D1374EE9353}" type="presParOf" srcId="{F3D75E4C-DD35-4F16-8433-C601C0B5C6BB}" destId="{093EFDA7-3946-4485-A7FD-608C25D2FD07}" srcOrd="2" destOrd="0" presId="urn:microsoft.com/office/officeart/2005/8/layout/orgChart1"/>
    <dgm:cxn modelId="{E3CE1FE7-1370-45EF-A71A-3A1603ED8E36}" type="presParOf" srcId="{C7CBD464-4A11-4E2D-A09E-3AB204446176}" destId="{CDC613A4-87DB-424A-BABC-2EF56C00EA14}" srcOrd="6" destOrd="0" presId="urn:microsoft.com/office/officeart/2005/8/layout/orgChart1"/>
    <dgm:cxn modelId="{E74A1183-D37F-4273-8A99-AC460F36AC69}" type="presParOf" srcId="{C7CBD464-4A11-4E2D-A09E-3AB204446176}" destId="{8566A770-1C05-4956-A516-7AA1C3B6EC2B}" srcOrd="7" destOrd="0" presId="urn:microsoft.com/office/officeart/2005/8/layout/orgChart1"/>
    <dgm:cxn modelId="{7F099465-D81F-4F98-8BD2-08E6E992B88A}" type="presParOf" srcId="{8566A770-1C05-4956-A516-7AA1C3B6EC2B}" destId="{33A3015E-FB6D-400C-9DBF-3CBD6005B9CD}" srcOrd="0" destOrd="0" presId="urn:microsoft.com/office/officeart/2005/8/layout/orgChart1"/>
    <dgm:cxn modelId="{6B186041-9570-4C75-BA79-39D51D0D699E}" type="presParOf" srcId="{33A3015E-FB6D-400C-9DBF-3CBD6005B9CD}" destId="{60C77DAD-FBB0-4663-AE35-7AAF2D9193DC}" srcOrd="0" destOrd="0" presId="urn:microsoft.com/office/officeart/2005/8/layout/orgChart1"/>
    <dgm:cxn modelId="{A8D5D965-55C8-45B5-AF1B-9FDA1917A57F}" type="presParOf" srcId="{33A3015E-FB6D-400C-9DBF-3CBD6005B9CD}" destId="{73E3BE23-E9B3-435D-8C22-2586D71A9225}" srcOrd="1" destOrd="0" presId="urn:microsoft.com/office/officeart/2005/8/layout/orgChart1"/>
    <dgm:cxn modelId="{CB4387C1-BD4B-4B63-850B-B7B24E4AC694}" type="presParOf" srcId="{8566A770-1C05-4956-A516-7AA1C3B6EC2B}" destId="{AF4A2C51-BCF9-4280-B866-B258C1E3175B}" srcOrd="1" destOrd="0" presId="urn:microsoft.com/office/officeart/2005/8/layout/orgChart1"/>
    <dgm:cxn modelId="{14A70BFE-DFF1-4808-A0E0-D89860FD45AD}" type="presParOf" srcId="{8566A770-1C05-4956-A516-7AA1C3B6EC2B}" destId="{71C6D3ED-8407-4DE8-AEF5-CB0430127978}" srcOrd="2" destOrd="0" presId="urn:microsoft.com/office/officeart/2005/8/layout/orgChart1"/>
    <dgm:cxn modelId="{CD27656E-70E2-4565-BFCC-A271F3F80A4A}" type="presParOf" srcId="{6AAFD7B0-5806-443E-86C9-04039FA01604}" destId="{BA991F46-6A22-4EEE-A412-D2C9D2262F74}" srcOrd="2" destOrd="0" presId="urn:microsoft.com/office/officeart/2005/8/layout/orgChart1"/>
    <dgm:cxn modelId="{3D46D2EF-42F4-4FA2-A9C6-109001092D20}" type="presParOf" srcId="{E0947D23-E040-40CC-AE1C-6FC1F207711E}" destId="{9BCDD902-0FB0-4247-89AF-1BA5BE1D6E13}" srcOrd="4" destOrd="0" presId="urn:microsoft.com/office/officeart/2005/8/layout/orgChart1"/>
    <dgm:cxn modelId="{4B190E64-31E1-4B8B-BB87-A59845741801}" type="presParOf" srcId="{E0947D23-E040-40CC-AE1C-6FC1F207711E}" destId="{A57FFDFC-3F9C-4307-81A6-A0307EAD9B4B}" srcOrd="5" destOrd="0" presId="urn:microsoft.com/office/officeart/2005/8/layout/orgChart1"/>
    <dgm:cxn modelId="{D2E88FBF-0A7C-4954-B41C-E98016C69150}" type="presParOf" srcId="{A57FFDFC-3F9C-4307-81A6-A0307EAD9B4B}" destId="{68D3B1B6-DC74-4D53-A7E8-9FA5E74A77D6}" srcOrd="0" destOrd="0" presId="urn:microsoft.com/office/officeart/2005/8/layout/orgChart1"/>
    <dgm:cxn modelId="{8668AEDC-77D9-4451-AFD4-BE6CCA4D7D1C}" type="presParOf" srcId="{68D3B1B6-DC74-4D53-A7E8-9FA5E74A77D6}" destId="{2873C7D8-7CCC-4850-B90E-C525EFB3BDBF}" srcOrd="0" destOrd="0" presId="urn:microsoft.com/office/officeart/2005/8/layout/orgChart1"/>
    <dgm:cxn modelId="{96677D56-C430-4660-BE3D-EF95EC551D41}" type="presParOf" srcId="{68D3B1B6-DC74-4D53-A7E8-9FA5E74A77D6}" destId="{9EAA8CFE-BCBC-49F2-97BE-96B5BD180FEB}" srcOrd="1" destOrd="0" presId="urn:microsoft.com/office/officeart/2005/8/layout/orgChart1"/>
    <dgm:cxn modelId="{BECD9B20-0001-4CAA-BCE8-45BCAA5F627B}" type="presParOf" srcId="{A57FFDFC-3F9C-4307-81A6-A0307EAD9B4B}" destId="{2CFBF384-29E0-4362-862F-9863934D8B56}" srcOrd="1" destOrd="0" presId="urn:microsoft.com/office/officeart/2005/8/layout/orgChart1"/>
    <dgm:cxn modelId="{5AA34041-25AD-4C36-92FC-E4FAB51D3426}" type="presParOf" srcId="{2CFBF384-29E0-4362-862F-9863934D8B56}" destId="{582FCED3-0623-436B-B46E-4A7F73C95628}" srcOrd="0" destOrd="0" presId="urn:microsoft.com/office/officeart/2005/8/layout/orgChart1"/>
    <dgm:cxn modelId="{E8334F82-4F00-4A17-A8B6-9DD91408B49B}" type="presParOf" srcId="{2CFBF384-29E0-4362-862F-9863934D8B56}" destId="{154D3137-BBED-4299-80D6-4EF508EB2F5D}" srcOrd="1" destOrd="0" presId="urn:microsoft.com/office/officeart/2005/8/layout/orgChart1"/>
    <dgm:cxn modelId="{6FD43395-7F5F-4E54-B983-F552FB920B06}" type="presParOf" srcId="{154D3137-BBED-4299-80D6-4EF508EB2F5D}" destId="{7273EFA0-48F0-4960-80CB-8EBFDA280F6E}" srcOrd="0" destOrd="0" presId="urn:microsoft.com/office/officeart/2005/8/layout/orgChart1"/>
    <dgm:cxn modelId="{21FDA5BD-5D80-4228-9BCF-5C71E685B473}" type="presParOf" srcId="{7273EFA0-48F0-4960-80CB-8EBFDA280F6E}" destId="{BBBBDC89-AB32-4363-A575-06C564BB4BAE}" srcOrd="0" destOrd="0" presId="urn:microsoft.com/office/officeart/2005/8/layout/orgChart1"/>
    <dgm:cxn modelId="{D34CA290-18B4-4826-9D03-3786418E9C2B}" type="presParOf" srcId="{7273EFA0-48F0-4960-80CB-8EBFDA280F6E}" destId="{26649F49-4C93-4ABC-BD56-C982DF701753}" srcOrd="1" destOrd="0" presId="urn:microsoft.com/office/officeart/2005/8/layout/orgChart1"/>
    <dgm:cxn modelId="{788C8F7F-AE0D-4045-83D2-EF20C22D5343}" type="presParOf" srcId="{154D3137-BBED-4299-80D6-4EF508EB2F5D}" destId="{117A4640-7370-463F-BCE7-A275A2C25579}" srcOrd="1" destOrd="0" presId="urn:microsoft.com/office/officeart/2005/8/layout/orgChart1"/>
    <dgm:cxn modelId="{F8353FC2-FBEE-4E73-8C21-015964674562}" type="presParOf" srcId="{154D3137-BBED-4299-80D6-4EF508EB2F5D}" destId="{49099C8F-4B21-4580-8071-83B40D4FFEF1}" srcOrd="2" destOrd="0" presId="urn:microsoft.com/office/officeart/2005/8/layout/orgChart1"/>
    <dgm:cxn modelId="{27AE5AA8-2E68-420D-A361-78C8D42F9C3A}" type="presParOf" srcId="{2CFBF384-29E0-4362-862F-9863934D8B56}" destId="{9AA50EDE-DA2A-4007-AA90-1233B1857993}" srcOrd="2" destOrd="0" presId="urn:microsoft.com/office/officeart/2005/8/layout/orgChart1"/>
    <dgm:cxn modelId="{6265BBC9-9280-4EB8-BD6A-BE6B1823AEE9}" type="presParOf" srcId="{2CFBF384-29E0-4362-862F-9863934D8B56}" destId="{ED39C4ED-19F7-4FEF-871E-1564B8FB7714}" srcOrd="3" destOrd="0" presId="urn:microsoft.com/office/officeart/2005/8/layout/orgChart1"/>
    <dgm:cxn modelId="{48430B93-07CF-4F26-9439-D75B54FAC34C}" type="presParOf" srcId="{ED39C4ED-19F7-4FEF-871E-1564B8FB7714}" destId="{11BE6D7A-91CD-4B10-91E8-C434000BF9CE}" srcOrd="0" destOrd="0" presId="urn:microsoft.com/office/officeart/2005/8/layout/orgChart1"/>
    <dgm:cxn modelId="{84D414BE-71D2-4D28-B5C7-7EF86207A044}" type="presParOf" srcId="{11BE6D7A-91CD-4B10-91E8-C434000BF9CE}" destId="{B1DB2B14-2BA3-4F98-9E1A-8657561B9F2D}" srcOrd="0" destOrd="0" presId="urn:microsoft.com/office/officeart/2005/8/layout/orgChart1"/>
    <dgm:cxn modelId="{76A052A6-A1C8-4B93-8F5B-C4A9FCDA50A2}" type="presParOf" srcId="{11BE6D7A-91CD-4B10-91E8-C434000BF9CE}" destId="{D180E99A-1612-4340-91E7-D51CA9DF5039}" srcOrd="1" destOrd="0" presId="urn:microsoft.com/office/officeart/2005/8/layout/orgChart1"/>
    <dgm:cxn modelId="{1D72FF2B-E736-4442-9B9C-362BAC20F18C}" type="presParOf" srcId="{ED39C4ED-19F7-4FEF-871E-1564B8FB7714}" destId="{0A4EDB49-D753-4274-B7A5-A7CCB5E6BEBE}" srcOrd="1" destOrd="0" presId="urn:microsoft.com/office/officeart/2005/8/layout/orgChart1"/>
    <dgm:cxn modelId="{A6B0B85D-AB4D-4E7C-9BEA-65172F5B2C9A}" type="presParOf" srcId="{ED39C4ED-19F7-4FEF-871E-1564B8FB7714}" destId="{8BCE88BC-5AFD-40FC-8638-1FF1CBE072DE}" srcOrd="2" destOrd="0" presId="urn:microsoft.com/office/officeart/2005/8/layout/orgChart1"/>
    <dgm:cxn modelId="{9126EA2E-AC83-4CE5-BDE0-60E6ED9B5DE9}" type="presParOf" srcId="{2CFBF384-29E0-4362-862F-9863934D8B56}" destId="{77B9B77D-0662-4571-B7B6-52BFB02E89C8}" srcOrd="4" destOrd="0" presId="urn:microsoft.com/office/officeart/2005/8/layout/orgChart1"/>
    <dgm:cxn modelId="{3C6F0442-8A32-4F2D-958C-1C9EFB78B7E6}" type="presParOf" srcId="{2CFBF384-29E0-4362-862F-9863934D8B56}" destId="{6E931672-9223-4D0E-A233-2A85CB77FA96}" srcOrd="5" destOrd="0" presId="urn:microsoft.com/office/officeart/2005/8/layout/orgChart1"/>
    <dgm:cxn modelId="{23CF3E16-BD94-4F02-A32A-ED501EE884F8}" type="presParOf" srcId="{6E931672-9223-4D0E-A233-2A85CB77FA96}" destId="{A54D8FD9-84D0-424D-A8CD-AA6132B4EDED}" srcOrd="0" destOrd="0" presId="urn:microsoft.com/office/officeart/2005/8/layout/orgChart1"/>
    <dgm:cxn modelId="{EB0EEEA2-9A95-4008-923C-2EC1A09DC3A4}" type="presParOf" srcId="{A54D8FD9-84D0-424D-A8CD-AA6132B4EDED}" destId="{5613C28A-2662-4696-8CA3-C494A349EBF1}" srcOrd="0" destOrd="0" presId="urn:microsoft.com/office/officeart/2005/8/layout/orgChart1"/>
    <dgm:cxn modelId="{BD35D398-25ED-45AC-9D01-6B5F4B307A07}" type="presParOf" srcId="{A54D8FD9-84D0-424D-A8CD-AA6132B4EDED}" destId="{453D1CE6-C30C-498A-9026-7B3D50B3BACE}" srcOrd="1" destOrd="0" presId="urn:microsoft.com/office/officeart/2005/8/layout/orgChart1"/>
    <dgm:cxn modelId="{B782BF3B-5BB0-4CED-AD61-D426685FD4D0}" type="presParOf" srcId="{6E931672-9223-4D0E-A233-2A85CB77FA96}" destId="{827ED780-66C7-4F23-AA26-0447AA698A7F}" srcOrd="1" destOrd="0" presId="urn:microsoft.com/office/officeart/2005/8/layout/orgChart1"/>
    <dgm:cxn modelId="{EE512AF4-0792-4F65-9E98-5AEFD9E82D1A}" type="presParOf" srcId="{6E931672-9223-4D0E-A233-2A85CB77FA96}" destId="{3AE8E1C2-DCE5-4FF7-8961-EC1CBBA2E984}" srcOrd="2" destOrd="0" presId="urn:microsoft.com/office/officeart/2005/8/layout/orgChart1"/>
    <dgm:cxn modelId="{B3BE39F0-5FF1-4D02-860B-822AC76A6D9A}" type="presParOf" srcId="{2CFBF384-29E0-4362-862F-9863934D8B56}" destId="{D4258FEE-002C-4177-8A25-35C399F0AA36}" srcOrd="6" destOrd="0" presId="urn:microsoft.com/office/officeart/2005/8/layout/orgChart1"/>
    <dgm:cxn modelId="{84DDAC58-0DAE-4F54-9AC1-8EB4FD441FD7}" type="presParOf" srcId="{2CFBF384-29E0-4362-862F-9863934D8B56}" destId="{9616BC19-7BE1-4AD9-9612-3369F52A4CAA}" srcOrd="7" destOrd="0" presId="urn:microsoft.com/office/officeart/2005/8/layout/orgChart1"/>
    <dgm:cxn modelId="{0E7E3464-423A-4F66-A69C-74CFB82F35AB}" type="presParOf" srcId="{9616BC19-7BE1-4AD9-9612-3369F52A4CAA}" destId="{7073A413-2A1F-4B71-B72C-7A36E27B60F8}" srcOrd="0" destOrd="0" presId="urn:microsoft.com/office/officeart/2005/8/layout/orgChart1"/>
    <dgm:cxn modelId="{D763CEC1-CD23-4A5A-8F05-277EE39EDAB6}" type="presParOf" srcId="{7073A413-2A1F-4B71-B72C-7A36E27B60F8}" destId="{19B545B8-4F26-4169-A2C3-CE5E8D960506}" srcOrd="0" destOrd="0" presId="urn:microsoft.com/office/officeart/2005/8/layout/orgChart1"/>
    <dgm:cxn modelId="{206ED755-3EEE-429E-B0E1-FCC25B81128D}" type="presParOf" srcId="{7073A413-2A1F-4B71-B72C-7A36E27B60F8}" destId="{2D1D2350-24A2-47AE-B497-0399C6052938}" srcOrd="1" destOrd="0" presId="urn:microsoft.com/office/officeart/2005/8/layout/orgChart1"/>
    <dgm:cxn modelId="{7B4BE6B9-59B8-470E-A1BA-B81347C0810D}" type="presParOf" srcId="{9616BC19-7BE1-4AD9-9612-3369F52A4CAA}" destId="{4A463E2B-93B2-448B-9867-A64E8F6F4E7A}" srcOrd="1" destOrd="0" presId="urn:microsoft.com/office/officeart/2005/8/layout/orgChart1"/>
    <dgm:cxn modelId="{C43AF1F1-D2DE-4A70-83EB-81BD9932B98E}" type="presParOf" srcId="{9616BC19-7BE1-4AD9-9612-3369F52A4CAA}" destId="{DCE378E1-7846-49AF-9701-DB794CE83BCA}" srcOrd="2" destOrd="0" presId="urn:microsoft.com/office/officeart/2005/8/layout/orgChart1"/>
    <dgm:cxn modelId="{077E164F-BF27-498C-96C7-5B6A9DB132C7}" type="presParOf" srcId="{2CFBF384-29E0-4362-862F-9863934D8B56}" destId="{3373EFB5-AB6B-4CE6-9D90-6AFBB047CC08}" srcOrd="8" destOrd="0" presId="urn:microsoft.com/office/officeart/2005/8/layout/orgChart1"/>
    <dgm:cxn modelId="{737F38B4-015F-4D01-86C4-14C1D0489F8A}" type="presParOf" srcId="{2CFBF384-29E0-4362-862F-9863934D8B56}" destId="{818CEFF0-3D37-4AAA-B279-CA4E6CC6458E}" srcOrd="9" destOrd="0" presId="urn:microsoft.com/office/officeart/2005/8/layout/orgChart1"/>
    <dgm:cxn modelId="{A3C303A8-5170-4B06-93AD-5704435BA3B7}" type="presParOf" srcId="{818CEFF0-3D37-4AAA-B279-CA4E6CC6458E}" destId="{B55CD303-E30F-4C76-A32F-F004DA888411}" srcOrd="0" destOrd="0" presId="urn:microsoft.com/office/officeart/2005/8/layout/orgChart1"/>
    <dgm:cxn modelId="{432C31DF-4364-4F59-AE75-DACDC2DEBDCB}" type="presParOf" srcId="{B55CD303-E30F-4C76-A32F-F004DA888411}" destId="{FBE8A3E0-6F2D-4E30-8737-35818B006EE0}" srcOrd="0" destOrd="0" presId="urn:microsoft.com/office/officeart/2005/8/layout/orgChart1"/>
    <dgm:cxn modelId="{FE7F94AC-61F0-42D0-8760-2B39352E53FC}" type="presParOf" srcId="{B55CD303-E30F-4C76-A32F-F004DA888411}" destId="{002B243A-FF54-458D-B197-B33051E35095}" srcOrd="1" destOrd="0" presId="urn:microsoft.com/office/officeart/2005/8/layout/orgChart1"/>
    <dgm:cxn modelId="{E1CDC3C4-D49A-456C-A355-16722A20C7B2}" type="presParOf" srcId="{818CEFF0-3D37-4AAA-B279-CA4E6CC6458E}" destId="{4CAB1804-F0BF-4099-BF37-03ED1999EE8B}" srcOrd="1" destOrd="0" presId="urn:microsoft.com/office/officeart/2005/8/layout/orgChart1"/>
    <dgm:cxn modelId="{9FD915E5-A99F-409F-B7C6-E057E0C0CFB9}" type="presParOf" srcId="{818CEFF0-3D37-4AAA-B279-CA4E6CC6458E}" destId="{47DB12CC-02BC-40CE-B38E-28F8448B3765}" srcOrd="2" destOrd="0" presId="urn:microsoft.com/office/officeart/2005/8/layout/orgChart1"/>
    <dgm:cxn modelId="{4DDC6B0A-2DA5-4A36-83A8-4E05EFB8A7E8}" type="presParOf" srcId="{A57FFDFC-3F9C-4307-81A6-A0307EAD9B4B}" destId="{E7EA5178-9DCC-4344-ACF2-23DEDBEAE95E}" srcOrd="2" destOrd="0" presId="urn:microsoft.com/office/officeart/2005/8/layout/orgChart1"/>
    <dgm:cxn modelId="{44B4CF04-ABE4-48CA-9D27-374D2772D26F}" type="presParOf" srcId="{E0947D23-E040-40CC-AE1C-6FC1F207711E}" destId="{793540FD-F857-4758-808E-A1EB26CBE948}" srcOrd="6" destOrd="0" presId="urn:microsoft.com/office/officeart/2005/8/layout/orgChart1"/>
    <dgm:cxn modelId="{25BB803F-3471-4B6F-985D-0DDA3BC9B6EE}" type="presParOf" srcId="{E0947D23-E040-40CC-AE1C-6FC1F207711E}" destId="{1BE2A62B-7901-4725-BFAE-F6CBB2B0FC18}" srcOrd="7" destOrd="0" presId="urn:microsoft.com/office/officeart/2005/8/layout/orgChart1"/>
    <dgm:cxn modelId="{0DA02E36-8D69-4237-99F2-F89C54041BBF}" type="presParOf" srcId="{1BE2A62B-7901-4725-BFAE-F6CBB2B0FC18}" destId="{113ED2DF-30EF-4AD9-8702-38289B45173E}" srcOrd="0" destOrd="0" presId="urn:microsoft.com/office/officeart/2005/8/layout/orgChart1"/>
    <dgm:cxn modelId="{C9D5C51F-74F9-4BB9-BC3B-762671E5953D}" type="presParOf" srcId="{113ED2DF-30EF-4AD9-8702-38289B45173E}" destId="{2AC07630-74D3-4BCE-83CD-2251CBA3F8F8}" srcOrd="0" destOrd="0" presId="urn:microsoft.com/office/officeart/2005/8/layout/orgChart1"/>
    <dgm:cxn modelId="{A034A32C-F72F-48A6-A9E8-B42533E674E3}" type="presParOf" srcId="{113ED2DF-30EF-4AD9-8702-38289B45173E}" destId="{B10A2DA3-3753-45F8-AA7C-572C8BB846E0}" srcOrd="1" destOrd="0" presId="urn:microsoft.com/office/officeart/2005/8/layout/orgChart1"/>
    <dgm:cxn modelId="{D06AA833-0BFB-4780-89F7-9FDD319AC5D8}" type="presParOf" srcId="{1BE2A62B-7901-4725-BFAE-F6CBB2B0FC18}" destId="{3982ED07-31BE-4821-9BFD-786E593F8340}" srcOrd="1" destOrd="0" presId="urn:microsoft.com/office/officeart/2005/8/layout/orgChart1"/>
    <dgm:cxn modelId="{F8434355-1FE3-411B-9379-8548D11D839D}" type="presParOf" srcId="{3982ED07-31BE-4821-9BFD-786E593F8340}" destId="{AFAD578C-45DA-48B8-AAE7-F6E38E3BCF48}" srcOrd="0" destOrd="0" presId="urn:microsoft.com/office/officeart/2005/8/layout/orgChart1"/>
    <dgm:cxn modelId="{D939AAE9-5072-474A-89F2-AB785E005003}" type="presParOf" srcId="{3982ED07-31BE-4821-9BFD-786E593F8340}" destId="{29B38C00-AD20-49E8-99BC-5F33A5EBC366}" srcOrd="1" destOrd="0" presId="urn:microsoft.com/office/officeart/2005/8/layout/orgChart1"/>
    <dgm:cxn modelId="{1B8A3B7E-D46B-4FF7-867F-FD40E34D73B7}" type="presParOf" srcId="{29B38C00-AD20-49E8-99BC-5F33A5EBC366}" destId="{9843699C-30BB-4C43-81AD-D2FB4457B7E2}" srcOrd="0" destOrd="0" presId="urn:microsoft.com/office/officeart/2005/8/layout/orgChart1"/>
    <dgm:cxn modelId="{171EE281-BF61-4B74-B662-38A3B346D857}" type="presParOf" srcId="{9843699C-30BB-4C43-81AD-D2FB4457B7E2}" destId="{E8466326-836B-4304-9640-06DB099CC683}" srcOrd="0" destOrd="0" presId="urn:microsoft.com/office/officeart/2005/8/layout/orgChart1"/>
    <dgm:cxn modelId="{85E63397-C3E0-4B8C-8B38-21CAFC8BBBC7}" type="presParOf" srcId="{9843699C-30BB-4C43-81AD-D2FB4457B7E2}" destId="{3D487E07-D660-425F-A0B0-81DC981F00A5}" srcOrd="1" destOrd="0" presId="urn:microsoft.com/office/officeart/2005/8/layout/orgChart1"/>
    <dgm:cxn modelId="{EDF7F279-0D27-4827-A542-A680F7051164}" type="presParOf" srcId="{29B38C00-AD20-49E8-99BC-5F33A5EBC366}" destId="{FD36D2E2-7D5E-441D-8E99-DAE3EA15E305}" srcOrd="1" destOrd="0" presId="urn:microsoft.com/office/officeart/2005/8/layout/orgChart1"/>
    <dgm:cxn modelId="{BECEEEB5-DA60-4C2C-BC40-8CCA52018E0E}" type="presParOf" srcId="{29B38C00-AD20-49E8-99BC-5F33A5EBC366}" destId="{FFFB42C4-1B17-4427-8EAE-71CA8B0126D6}" srcOrd="2" destOrd="0" presId="urn:microsoft.com/office/officeart/2005/8/layout/orgChart1"/>
    <dgm:cxn modelId="{82A48FA3-F636-4E34-B2C4-718BFDF0D089}" type="presParOf" srcId="{3982ED07-31BE-4821-9BFD-786E593F8340}" destId="{A5A3F679-DDB6-40B3-AA5C-20FBE900954E}" srcOrd="2" destOrd="0" presId="urn:microsoft.com/office/officeart/2005/8/layout/orgChart1"/>
    <dgm:cxn modelId="{3ED5DBEC-1F4B-4E1B-960F-22E7CF5EEF56}" type="presParOf" srcId="{3982ED07-31BE-4821-9BFD-786E593F8340}" destId="{F84C55FE-FD9A-4B31-B24C-177DF81714E7}" srcOrd="3" destOrd="0" presId="urn:microsoft.com/office/officeart/2005/8/layout/orgChart1"/>
    <dgm:cxn modelId="{9E68558B-B025-4646-ADD9-31FB7BA8465C}" type="presParOf" srcId="{F84C55FE-FD9A-4B31-B24C-177DF81714E7}" destId="{5C854B4C-8380-4F18-A234-EE6B88D477CA}" srcOrd="0" destOrd="0" presId="urn:microsoft.com/office/officeart/2005/8/layout/orgChart1"/>
    <dgm:cxn modelId="{060D18B9-2701-4EF2-9E9F-E51CA29DE6C4}" type="presParOf" srcId="{5C854B4C-8380-4F18-A234-EE6B88D477CA}" destId="{FB0BAC78-E5D5-4343-97D6-CEA87C7693A0}" srcOrd="0" destOrd="0" presId="urn:microsoft.com/office/officeart/2005/8/layout/orgChart1"/>
    <dgm:cxn modelId="{EADC6C9F-D6E2-4EE1-B55B-FCE55F7AADBB}" type="presParOf" srcId="{5C854B4C-8380-4F18-A234-EE6B88D477CA}" destId="{06D59679-CA42-405B-87F4-AC8C4BD81130}" srcOrd="1" destOrd="0" presId="urn:microsoft.com/office/officeart/2005/8/layout/orgChart1"/>
    <dgm:cxn modelId="{57491E55-2DE7-4783-AE45-C70BF49FAE65}" type="presParOf" srcId="{F84C55FE-FD9A-4B31-B24C-177DF81714E7}" destId="{7836B131-13D6-49EF-B70A-9997492E9C28}" srcOrd="1" destOrd="0" presId="urn:microsoft.com/office/officeart/2005/8/layout/orgChart1"/>
    <dgm:cxn modelId="{A2EB4672-CADF-46ED-B2FA-4D5F2658D423}" type="presParOf" srcId="{F84C55FE-FD9A-4B31-B24C-177DF81714E7}" destId="{DE145B67-3482-4114-93D6-45BC861BBEFF}" srcOrd="2" destOrd="0" presId="urn:microsoft.com/office/officeart/2005/8/layout/orgChart1"/>
    <dgm:cxn modelId="{1D2713A0-55A5-4651-A132-7BE5E89EB040}" type="presParOf" srcId="{3982ED07-31BE-4821-9BFD-786E593F8340}" destId="{FF5B2873-7FFA-4BAD-8ACF-0A6F56216B4F}" srcOrd="4" destOrd="0" presId="urn:microsoft.com/office/officeart/2005/8/layout/orgChart1"/>
    <dgm:cxn modelId="{525CA39C-CCAE-4C5B-A8DE-67467626FE60}" type="presParOf" srcId="{3982ED07-31BE-4821-9BFD-786E593F8340}" destId="{7DE195A7-93A7-49F1-880E-AA1DF55D0FE1}" srcOrd="5" destOrd="0" presId="urn:microsoft.com/office/officeart/2005/8/layout/orgChart1"/>
    <dgm:cxn modelId="{E4D3F8D9-D69D-45B5-9990-20BBC741F1C1}" type="presParOf" srcId="{7DE195A7-93A7-49F1-880E-AA1DF55D0FE1}" destId="{5DF712EF-D58F-4282-AA60-2D799C4D91F3}" srcOrd="0" destOrd="0" presId="urn:microsoft.com/office/officeart/2005/8/layout/orgChart1"/>
    <dgm:cxn modelId="{351A32FC-46B8-4165-A7D0-802B7B6FFD27}" type="presParOf" srcId="{5DF712EF-D58F-4282-AA60-2D799C4D91F3}" destId="{AA8A91F3-DFAC-4EED-BC26-C3EA01F62171}" srcOrd="0" destOrd="0" presId="urn:microsoft.com/office/officeart/2005/8/layout/orgChart1"/>
    <dgm:cxn modelId="{5CF493A4-9641-46D9-8728-90FF73CFE383}" type="presParOf" srcId="{5DF712EF-D58F-4282-AA60-2D799C4D91F3}" destId="{F4E82374-5E4C-446D-8E76-1358A6987252}" srcOrd="1" destOrd="0" presId="urn:microsoft.com/office/officeart/2005/8/layout/orgChart1"/>
    <dgm:cxn modelId="{A25269AC-7579-4F3A-873D-7950B8E2EA96}" type="presParOf" srcId="{7DE195A7-93A7-49F1-880E-AA1DF55D0FE1}" destId="{214577E8-22A2-4B58-9364-40F3A7480F9F}" srcOrd="1" destOrd="0" presId="urn:microsoft.com/office/officeart/2005/8/layout/orgChart1"/>
    <dgm:cxn modelId="{6DC85F09-C17D-4948-8093-B31EF471E5F2}" type="presParOf" srcId="{7DE195A7-93A7-49F1-880E-AA1DF55D0FE1}" destId="{A8776326-6A55-4A8D-B2F7-EE487204653E}" srcOrd="2" destOrd="0" presId="urn:microsoft.com/office/officeart/2005/8/layout/orgChart1"/>
    <dgm:cxn modelId="{DBD3D35A-F6BA-48A0-9A34-75087FEDD601}" type="presParOf" srcId="{3982ED07-31BE-4821-9BFD-786E593F8340}" destId="{E175364F-CEC0-4224-9B9A-A3FB096D040E}" srcOrd="6" destOrd="0" presId="urn:microsoft.com/office/officeart/2005/8/layout/orgChart1"/>
    <dgm:cxn modelId="{6C297A44-F482-4136-9FFB-CDB4DA1DC0A6}" type="presParOf" srcId="{3982ED07-31BE-4821-9BFD-786E593F8340}" destId="{30243A7A-0A41-4727-89B0-CB9745D513A0}" srcOrd="7" destOrd="0" presId="urn:microsoft.com/office/officeart/2005/8/layout/orgChart1"/>
    <dgm:cxn modelId="{0BF44D1D-5DE6-4BE0-ABB9-3401C60E012F}" type="presParOf" srcId="{30243A7A-0A41-4727-89B0-CB9745D513A0}" destId="{CD71DBD9-4D94-40FD-8A61-40D909B95C82}" srcOrd="0" destOrd="0" presId="urn:microsoft.com/office/officeart/2005/8/layout/orgChart1"/>
    <dgm:cxn modelId="{EFC62FDA-E019-4F68-8B19-2B28D7BBE22B}" type="presParOf" srcId="{CD71DBD9-4D94-40FD-8A61-40D909B95C82}" destId="{39C4A32A-DFF5-4E80-B1C6-184330661942}" srcOrd="0" destOrd="0" presId="urn:microsoft.com/office/officeart/2005/8/layout/orgChart1"/>
    <dgm:cxn modelId="{B91DDB37-B648-4A4F-8757-05B45D8EBB10}" type="presParOf" srcId="{CD71DBD9-4D94-40FD-8A61-40D909B95C82}" destId="{76D008CD-F641-445D-BFF5-9F8B7112A592}" srcOrd="1" destOrd="0" presId="urn:microsoft.com/office/officeart/2005/8/layout/orgChart1"/>
    <dgm:cxn modelId="{DAA67B28-9F23-4C1B-A152-0F93E66BB573}" type="presParOf" srcId="{30243A7A-0A41-4727-89B0-CB9745D513A0}" destId="{1086ADC3-1082-4332-82D6-6F1B508A9A61}" srcOrd="1" destOrd="0" presId="urn:microsoft.com/office/officeart/2005/8/layout/orgChart1"/>
    <dgm:cxn modelId="{E27AA6CA-EF6C-4165-9D9F-0D4996C5C4B2}" type="presParOf" srcId="{30243A7A-0A41-4727-89B0-CB9745D513A0}" destId="{D0D98B4F-0A1A-433B-8ED7-25E81FEE3912}" srcOrd="2" destOrd="0" presId="urn:microsoft.com/office/officeart/2005/8/layout/orgChart1"/>
    <dgm:cxn modelId="{A9A39372-584D-4257-9FEB-568FB03777E0}" type="presParOf" srcId="{1BE2A62B-7901-4725-BFAE-F6CBB2B0FC18}" destId="{DFDE9541-FA52-4B6A-854B-BAC697A127DA}" srcOrd="2" destOrd="0" presId="urn:microsoft.com/office/officeart/2005/8/layout/orgChart1"/>
    <dgm:cxn modelId="{1952A927-C1D9-47B5-8E46-CB60E2EB9019}" type="presParOf" srcId="{E0947D23-E040-40CC-AE1C-6FC1F207711E}" destId="{99210D2B-FA3A-4ECB-94F2-E1EADA0CE34D}" srcOrd="8" destOrd="0" presId="urn:microsoft.com/office/officeart/2005/8/layout/orgChart1"/>
    <dgm:cxn modelId="{B65ADB25-DC6E-4326-AB4B-6386A756385A}" type="presParOf" srcId="{E0947D23-E040-40CC-AE1C-6FC1F207711E}" destId="{72689AF1-6851-4C62-BEDC-6263C139F02A}" srcOrd="9" destOrd="0" presId="urn:microsoft.com/office/officeart/2005/8/layout/orgChart1"/>
    <dgm:cxn modelId="{AA0FC70A-CB14-47A4-B20F-57D55293E8E9}" type="presParOf" srcId="{72689AF1-6851-4C62-BEDC-6263C139F02A}" destId="{BE80A668-AEE5-49C4-8614-365A3940BD27}" srcOrd="0" destOrd="0" presId="urn:microsoft.com/office/officeart/2005/8/layout/orgChart1"/>
    <dgm:cxn modelId="{8DB1ADBF-AC74-4E85-84BC-E1CA1B59AB33}" type="presParOf" srcId="{BE80A668-AEE5-49C4-8614-365A3940BD27}" destId="{B765784F-5373-4D50-8BA3-98B66F518E6C}" srcOrd="0" destOrd="0" presId="urn:microsoft.com/office/officeart/2005/8/layout/orgChart1"/>
    <dgm:cxn modelId="{17806E53-FBCE-4ADB-8980-1B3A4A1F6965}" type="presParOf" srcId="{BE80A668-AEE5-49C4-8614-365A3940BD27}" destId="{30323789-F306-4469-B2FE-371B756928EB}" srcOrd="1" destOrd="0" presId="urn:microsoft.com/office/officeart/2005/8/layout/orgChart1"/>
    <dgm:cxn modelId="{E58EC666-7754-44F5-9C59-1B008D5A5C4D}" type="presParOf" srcId="{72689AF1-6851-4C62-BEDC-6263C139F02A}" destId="{70ADA6FE-0F5A-4C21-876A-6204FC59942B}" srcOrd="1" destOrd="0" presId="urn:microsoft.com/office/officeart/2005/8/layout/orgChart1"/>
    <dgm:cxn modelId="{626ED841-B4F3-4C0B-85AA-D390ACA2202C}" type="presParOf" srcId="{70ADA6FE-0F5A-4C21-876A-6204FC59942B}" destId="{33BC0474-730E-41DE-95F4-5BEF945FF119}" srcOrd="0" destOrd="0" presId="urn:microsoft.com/office/officeart/2005/8/layout/orgChart1"/>
    <dgm:cxn modelId="{28A994C1-FB5F-4C55-8608-5629B450C88E}" type="presParOf" srcId="{70ADA6FE-0F5A-4C21-876A-6204FC59942B}" destId="{A471B7BB-F6F0-43ED-93E6-D8B0E3A6439C}" srcOrd="1" destOrd="0" presId="urn:microsoft.com/office/officeart/2005/8/layout/orgChart1"/>
    <dgm:cxn modelId="{4AB5CC61-C309-4C5C-9766-0EB96620D016}" type="presParOf" srcId="{A471B7BB-F6F0-43ED-93E6-D8B0E3A6439C}" destId="{C92FC5AB-9538-4DB9-9EA8-A4A607C768B7}" srcOrd="0" destOrd="0" presId="urn:microsoft.com/office/officeart/2005/8/layout/orgChart1"/>
    <dgm:cxn modelId="{1F885058-AE50-465B-B529-569B61C97BC3}" type="presParOf" srcId="{C92FC5AB-9538-4DB9-9EA8-A4A607C768B7}" destId="{7A9B3B75-5AC7-4B6E-AA7A-69A877E863B5}" srcOrd="0" destOrd="0" presId="urn:microsoft.com/office/officeart/2005/8/layout/orgChart1"/>
    <dgm:cxn modelId="{FFEABCE6-F440-4104-822E-5755222F536B}" type="presParOf" srcId="{C92FC5AB-9538-4DB9-9EA8-A4A607C768B7}" destId="{D5E5DE41-49A9-445C-93F2-26096B262678}" srcOrd="1" destOrd="0" presId="urn:microsoft.com/office/officeart/2005/8/layout/orgChart1"/>
    <dgm:cxn modelId="{C578EE21-26F8-4135-9815-60BE19D632A0}" type="presParOf" srcId="{A471B7BB-F6F0-43ED-93E6-D8B0E3A6439C}" destId="{63BCC6A5-D0E8-4975-BC80-4F59BE991B78}" srcOrd="1" destOrd="0" presId="urn:microsoft.com/office/officeart/2005/8/layout/orgChart1"/>
    <dgm:cxn modelId="{B6766780-56BA-4C50-A68D-C52D8A2EF9E0}" type="presParOf" srcId="{A471B7BB-F6F0-43ED-93E6-D8B0E3A6439C}" destId="{01BAFD55-923F-4ACF-9240-8F9CD4F96AA9}" srcOrd="2" destOrd="0" presId="urn:microsoft.com/office/officeart/2005/8/layout/orgChart1"/>
    <dgm:cxn modelId="{3102E996-822D-4E11-B108-1CA61FE7CF01}" type="presParOf" srcId="{70ADA6FE-0F5A-4C21-876A-6204FC59942B}" destId="{3AFBD5C8-82F9-4673-9810-4EF9522BFC92}" srcOrd="2" destOrd="0" presId="urn:microsoft.com/office/officeart/2005/8/layout/orgChart1"/>
    <dgm:cxn modelId="{7205D763-5FA5-4A04-94EA-8F80825A1E63}" type="presParOf" srcId="{70ADA6FE-0F5A-4C21-876A-6204FC59942B}" destId="{0C956942-DAD0-4A56-9EF0-4F484EA020C0}" srcOrd="3" destOrd="0" presId="urn:microsoft.com/office/officeart/2005/8/layout/orgChart1"/>
    <dgm:cxn modelId="{47D80504-7CB5-4048-9BBF-D63AB3242A8E}" type="presParOf" srcId="{0C956942-DAD0-4A56-9EF0-4F484EA020C0}" destId="{66949778-7CE9-4FFB-A447-85FF8A299C83}" srcOrd="0" destOrd="0" presId="urn:microsoft.com/office/officeart/2005/8/layout/orgChart1"/>
    <dgm:cxn modelId="{C37BB880-9BBA-4170-A532-B9971DEA266F}" type="presParOf" srcId="{66949778-7CE9-4FFB-A447-85FF8A299C83}" destId="{0125F4C8-E78F-4982-AC2F-C641341AC479}" srcOrd="0" destOrd="0" presId="urn:microsoft.com/office/officeart/2005/8/layout/orgChart1"/>
    <dgm:cxn modelId="{55F23B5B-A0A5-465E-8B0F-E169476E7F5F}" type="presParOf" srcId="{66949778-7CE9-4FFB-A447-85FF8A299C83}" destId="{F974FD4A-2334-4F60-9287-99E59006CE90}" srcOrd="1" destOrd="0" presId="urn:microsoft.com/office/officeart/2005/8/layout/orgChart1"/>
    <dgm:cxn modelId="{D446112B-55A7-4917-ADD7-4C05818CC17F}" type="presParOf" srcId="{0C956942-DAD0-4A56-9EF0-4F484EA020C0}" destId="{4504E70B-D227-4A96-93B1-C50740632BEC}" srcOrd="1" destOrd="0" presId="urn:microsoft.com/office/officeart/2005/8/layout/orgChart1"/>
    <dgm:cxn modelId="{E7D92EB9-EA92-43A4-8F03-AA538F6EB10E}" type="presParOf" srcId="{0C956942-DAD0-4A56-9EF0-4F484EA020C0}" destId="{121B385A-8315-4C4D-908B-BF56EE09882C}" srcOrd="2" destOrd="0" presId="urn:microsoft.com/office/officeart/2005/8/layout/orgChart1"/>
    <dgm:cxn modelId="{79E66EC6-A0AB-4B7E-A1E6-6F72DB45A4F6}" type="presParOf" srcId="{70ADA6FE-0F5A-4C21-876A-6204FC59942B}" destId="{4DA5A84F-35BA-4279-B5EB-30A19DACF6FD}" srcOrd="4" destOrd="0" presId="urn:microsoft.com/office/officeart/2005/8/layout/orgChart1"/>
    <dgm:cxn modelId="{804E7580-3C6C-4E10-9A84-08798A0347E4}" type="presParOf" srcId="{70ADA6FE-0F5A-4C21-876A-6204FC59942B}" destId="{08DFF6F9-B7A9-425F-92DB-594578787900}" srcOrd="5" destOrd="0" presId="urn:microsoft.com/office/officeart/2005/8/layout/orgChart1"/>
    <dgm:cxn modelId="{DE0814F1-DBA2-4F12-91CF-1C04C07683FD}" type="presParOf" srcId="{08DFF6F9-B7A9-425F-92DB-594578787900}" destId="{E951ABFE-C26A-4F56-A67A-4868CEE71F2E}" srcOrd="0" destOrd="0" presId="urn:microsoft.com/office/officeart/2005/8/layout/orgChart1"/>
    <dgm:cxn modelId="{2CF1E3A1-86A5-4B0C-ADA0-E4FF5AFE82DC}" type="presParOf" srcId="{E951ABFE-C26A-4F56-A67A-4868CEE71F2E}" destId="{0E739A8F-E22F-469C-9C48-C97717EBFE4C}" srcOrd="0" destOrd="0" presId="urn:microsoft.com/office/officeart/2005/8/layout/orgChart1"/>
    <dgm:cxn modelId="{343B8559-F21F-4D73-816F-140CB7F31BF6}" type="presParOf" srcId="{E951ABFE-C26A-4F56-A67A-4868CEE71F2E}" destId="{5924768D-7FD7-4D7E-BBBE-413605A5F6D8}" srcOrd="1" destOrd="0" presId="urn:microsoft.com/office/officeart/2005/8/layout/orgChart1"/>
    <dgm:cxn modelId="{52FDDCCF-982C-40C4-BC37-A6370DDB818C}" type="presParOf" srcId="{08DFF6F9-B7A9-425F-92DB-594578787900}" destId="{5727399C-FBAD-4B91-A312-99E4C7AED58E}" srcOrd="1" destOrd="0" presId="urn:microsoft.com/office/officeart/2005/8/layout/orgChart1"/>
    <dgm:cxn modelId="{83C595CD-DE72-475C-BCF2-96D3FE481BEF}" type="presParOf" srcId="{08DFF6F9-B7A9-425F-92DB-594578787900}" destId="{0C0AA319-3239-4F4A-9F3D-F519A2014CA4}" srcOrd="2" destOrd="0" presId="urn:microsoft.com/office/officeart/2005/8/layout/orgChart1"/>
    <dgm:cxn modelId="{1D1B3500-66F9-4B30-A4AB-EF5585853A90}" type="presParOf" srcId="{70ADA6FE-0F5A-4C21-876A-6204FC59942B}" destId="{E8F0EA33-2193-4B0C-8F2B-CFD110868B7E}" srcOrd="6" destOrd="0" presId="urn:microsoft.com/office/officeart/2005/8/layout/orgChart1"/>
    <dgm:cxn modelId="{AB57E57A-531B-431C-9B6A-AD625E71C1C2}" type="presParOf" srcId="{70ADA6FE-0F5A-4C21-876A-6204FC59942B}" destId="{F3CC998D-EEE0-4B10-9830-687911D0A0DF}" srcOrd="7" destOrd="0" presId="urn:microsoft.com/office/officeart/2005/8/layout/orgChart1"/>
    <dgm:cxn modelId="{AB68CF57-CCFB-4044-8AFB-92C7C82D7272}" type="presParOf" srcId="{F3CC998D-EEE0-4B10-9830-687911D0A0DF}" destId="{CA3FFEC1-1986-4156-9F05-758A03905B0F}" srcOrd="0" destOrd="0" presId="urn:microsoft.com/office/officeart/2005/8/layout/orgChart1"/>
    <dgm:cxn modelId="{B054B72B-1C16-40EE-828B-42AC20F54BCC}" type="presParOf" srcId="{CA3FFEC1-1986-4156-9F05-758A03905B0F}" destId="{B752284B-44F0-4ADF-8E80-5B36D4AFE69A}" srcOrd="0" destOrd="0" presId="urn:microsoft.com/office/officeart/2005/8/layout/orgChart1"/>
    <dgm:cxn modelId="{1265667C-35CE-4911-BDA0-194B770E46DD}" type="presParOf" srcId="{CA3FFEC1-1986-4156-9F05-758A03905B0F}" destId="{3B3172E5-4CE4-44AC-8375-818270F9643C}" srcOrd="1" destOrd="0" presId="urn:microsoft.com/office/officeart/2005/8/layout/orgChart1"/>
    <dgm:cxn modelId="{1EAF2D1B-9519-45CC-AD9D-77903BDEAF03}" type="presParOf" srcId="{F3CC998D-EEE0-4B10-9830-687911D0A0DF}" destId="{ABFA3A76-ED7F-4D8D-A8B5-8FBF16875DEB}" srcOrd="1" destOrd="0" presId="urn:microsoft.com/office/officeart/2005/8/layout/orgChart1"/>
    <dgm:cxn modelId="{EF008FF7-EDAE-454B-BB8D-63BB9CF3F2D8}" type="presParOf" srcId="{F3CC998D-EEE0-4B10-9830-687911D0A0DF}" destId="{81B67C2A-BCDF-4A93-80DA-9F55A8C5FBBF}" srcOrd="2" destOrd="0" presId="urn:microsoft.com/office/officeart/2005/8/layout/orgChart1"/>
    <dgm:cxn modelId="{6BA9B31B-7FE2-4034-AE8E-9691ECDF6774}" type="presParOf" srcId="{72689AF1-6851-4C62-BEDC-6263C139F02A}" destId="{5614D25C-D617-4390-B50C-5DEBB238C796}" srcOrd="2" destOrd="0" presId="urn:microsoft.com/office/officeart/2005/8/layout/orgChart1"/>
    <dgm:cxn modelId="{AA8FFDB3-49C8-4466-BDBC-B374223980B8}" type="presParOf" srcId="{4E9E1D17-1D1B-4706-A170-EDD79E55FDCE}" destId="{FDEC3727-F16D-4C78-881F-942C20C1121C}" srcOrd="2" destOrd="0" presId="urn:microsoft.com/office/officeart/2005/8/layout/orgChar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DFD3C33-7085-4DFE-AEE3-8677AD69216A}" type="doc">
      <dgm:prSet loTypeId="urn:microsoft.com/office/officeart/2009/3/layout/IncreasingArrowsProcess" loCatId="process" qsTypeId="urn:microsoft.com/office/officeart/2005/8/quickstyle/simple1#3" qsCatId="simple" csTypeId="urn:microsoft.com/office/officeart/2005/8/colors/accent1_2#3" csCatId="accent1" phldr="1"/>
      <dgm:spPr/>
      <dgm:t>
        <a:bodyPr/>
        <a:lstStyle/>
        <a:p>
          <a:endParaRPr lang="es-CL"/>
        </a:p>
      </dgm:t>
    </dgm:pt>
    <dgm:pt modelId="{551A038D-7B50-4F63-A405-4CFFC3E9B51C}">
      <dgm:prSet phldrT="[Texto]"/>
      <dgm:spPr/>
      <dgm:t>
        <a:bodyPr/>
        <a:lstStyle/>
        <a:p>
          <a:r>
            <a:rPr lang="es-CL" dirty="0"/>
            <a:t>Fase inicial</a:t>
          </a:r>
        </a:p>
      </dgm:t>
    </dgm:pt>
    <dgm:pt modelId="{07092C65-EE5C-4C58-9D8D-E077A5BAC427}" type="parTrans" cxnId="{BE4EEA1A-7E72-4D7B-A615-94C267684872}">
      <dgm:prSet/>
      <dgm:spPr/>
      <dgm:t>
        <a:bodyPr/>
        <a:lstStyle/>
        <a:p>
          <a:endParaRPr lang="es-CL"/>
        </a:p>
      </dgm:t>
    </dgm:pt>
    <dgm:pt modelId="{5266A8B1-3F2B-44C7-8E4C-334E907244E4}" type="sibTrans" cxnId="{BE4EEA1A-7E72-4D7B-A615-94C267684872}">
      <dgm:prSet/>
      <dgm:spPr/>
      <dgm:t>
        <a:bodyPr/>
        <a:lstStyle/>
        <a:p>
          <a:endParaRPr lang="es-CL"/>
        </a:p>
      </dgm:t>
    </dgm:pt>
    <dgm:pt modelId="{11ADE01D-0752-4536-870E-C602F6DADB6F}">
      <dgm:prSet phldrT="[Texto]"/>
      <dgm:spPr/>
      <dgm:t>
        <a:bodyPr/>
        <a:lstStyle/>
        <a:p>
          <a:pPr>
            <a:buFont typeface="Arial" panose="020B0604020202020204" pitchFamily="34" charset="0"/>
            <a:buChar char="•"/>
          </a:pPr>
          <a:r>
            <a:rPr lang="es-CL" dirty="0"/>
            <a:t>Backlog</a:t>
          </a:r>
        </a:p>
      </dgm:t>
    </dgm:pt>
    <dgm:pt modelId="{5DA8F7E3-4B2E-4D6B-8DEF-72543CC82A0B}" type="parTrans" cxnId="{968748C9-B02D-4BA4-BE48-767211B0CEF7}">
      <dgm:prSet/>
      <dgm:spPr/>
      <dgm:t>
        <a:bodyPr/>
        <a:lstStyle/>
        <a:p>
          <a:endParaRPr lang="es-CL"/>
        </a:p>
      </dgm:t>
    </dgm:pt>
    <dgm:pt modelId="{D39225E3-3DC8-4B0E-887D-20C6C283A6E4}" type="sibTrans" cxnId="{968748C9-B02D-4BA4-BE48-767211B0CEF7}">
      <dgm:prSet/>
      <dgm:spPr/>
      <dgm:t>
        <a:bodyPr/>
        <a:lstStyle/>
        <a:p>
          <a:endParaRPr lang="es-CL"/>
        </a:p>
      </dgm:t>
    </dgm:pt>
    <dgm:pt modelId="{FBEDA7D3-22F7-4B96-A865-622CD9DBD2C3}">
      <dgm:prSet phldrT="[Texto]"/>
      <dgm:spPr/>
      <dgm:t>
        <a:bodyPr/>
        <a:lstStyle/>
        <a:p>
          <a:r>
            <a:rPr lang="es-CL" dirty="0"/>
            <a:t>Preparación</a:t>
          </a:r>
        </a:p>
      </dgm:t>
    </dgm:pt>
    <dgm:pt modelId="{0503A13F-06A5-420B-8164-53C3943D5AEE}" type="parTrans" cxnId="{CEC042ED-15F1-4878-BD77-CD4B98A62622}">
      <dgm:prSet/>
      <dgm:spPr/>
      <dgm:t>
        <a:bodyPr/>
        <a:lstStyle/>
        <a:p>
          <a:endParaRPr lang="es-CL"/>
        </a:p>
      </dgm:t>
    </dgm:pt>
    <dgm:pt modelId="{FB2BA3EB-DD47-41A6-A027-99CD26667E8F}" type="sibTrans" cxnId="{CEC042ED-15F1-4878-BD77-CD4B98A62622}">
      <dgm:prSet/>
      <dgm:spPr/>
      <dgm:t>
        <a:bodyPr/>
        <a:lstStyle/>
        <a:p>
          <a:endParaRPr lang="es-CL"/>
        </a:p>
      </dgm:t>
    </dgm:pt>
    <dgm:pt modelId="{AC08BC67-1992-4C1F-A845-D5C7A320C703}">
      <dgm:prSet phldrT="[Texto]"/>
      <dgm:spPr/>
      <dgm:t>
        <a:bodyPr/>
        <a:lstStyle/>
        <a:p>
          <a:r>
            <a:rPr lang="es-CL" dirty="0"/>
            <a:t>Refinamiento</a:t>
          </a:r>
        </a:p>
      </dgm:t>
    </dgm:pt>
    <dgm:pt modelId="{228B5C3C-3EC3-4101-B422-6C4432960CC7}" type="parTrans" cxnId="{61045E4E-B08E-4F21-8E24-027E27BB80CB}">
      <dgm:prSet/>
      <dgm:spPr/>
      <dgm:t>
        <a:bodyPr/>
        <a:lstStyle/>
        <a:p>
          <a:endParaRPr lang="es-CL"/>
        </a:p>
      </dgm:t>
    </dgm:pt>
    <dgm:pt modelId="{124DEB2E-5F05-46D4-A675-115D6F37A105}" type="sibTrans" cxnId="{61045E4E-B08E-4F21-8E24-027E27BB80CB}">
      <dgm:prSet/>
      <dgm:spPr/>
      <dgm:t>
        <a:bodyPr/>
        <a:lstStyle/>
        <a:p>
          <a:endParaRPr lang="es-CL"/>
        </a:p>
      </dgm:t>
    </dgm:pt>
    <dgm:pt modelId="{372C08BD-BA36-450A-8B6C-B6B06E519A20}">
      <dgm:prSet/>
      <dgm:spPr/>
      <dgm:t>
        <a:bodyPr/>
        <a:lstStyle/>
        <a:p>
          <a:pPr>
            <a:buFont typeface="Arial" panose="020B0604020202020204" pitchFamily="34" charset="0"/>
            <a:buChar char="•"/>
          </a:pPr>
          <a:r>
            <a:rPr lang="es-CL" dirty="0"/>
            <a:t>Identificación de requerimientos</a:t>
          </a:r>
        </a:p>
      </dgm:t>
    </dgm:pt>
    <dgm:pt modelId="{9E9A20ED-44AB-4B44-8EEE-B42668D56678}" type="parTrans" cxnId="{6CF6A1D2-0E15-4E67-A424-98696B93DA98}">
      <dgm:prSet/>
      <dgm:spPr/>
      <dgm:t>
        <a:bodyPr/>
        <a:lstStyle/>
        <a:p>
          <a:endParaRPr lang="es-CL"/>
        </a:p>
      </dgm:t>
    </dgm:pt>
    <dgm:pt modelId="{96560CDC-BE0A-40A4-B212-7C3424BB8564}" type="sibTrans" cxnId="{6CF6A1D2-0E15-4E67-A424-98696B93DA98}">
      <dgm:prSet/>
      <dgm:spPr/>
      <dgm:t>
        <a:bodyPr/>
        <a:lstStyle/>
        <a:p>
          <a:endParaRPr lang="es-CL"/>
        </a:p>
      </dgm:t>
    </dgm:pt>
    <dgm:pt modelId="{77D3DEC3-DAB8-41F4-9E6D-4EF0FF152232}">
      <dgm:prSet/>
      <dgm:spPr/>
      <dgm:t>
        <a:bodyPr/>
        <a:lstStyle/>
        <a:p>
          <a:r>
            <a:rPr lang="es-CL" dirty="0"/>
            <a:t>Priorización</a:t>
          </a:r>
        </a:p>
      </dgm:t>
    </dgm:pt>
    <dgm:pt modelId="{D2E85FBF-D657-4E8A-AA2E-1C415F6830BF}" type="parTrans" cxnId="{274D2BC3-0AA1-4119-8B1E-BB5E25F7FB6B}">
      <dgm:prSet/>
      <dgm:spPr/>
      <dgm:t>
        <a:bodyPr/>
        <a:lstStyle/>
        <a:p>
          <a:endParaRPr lang="es-CL"/>
        </a:p>
      </dgm:t>
    </dgm:pt>
    <dgm:pt modelId="{EE0E79A4-316B-4930-B2BE-D25898AA0D91}" type="sibTrans" cxnId="{274D2BC3-0AA1-4119-8B1E-BB5E25F7FB6B}">
      <dgm:prSet/>
      <dgm:spPr/>
      <dgm:t>
        <a:bodyPr/>
        <a:lstStyle/>
        <a:p>
          <a:endParaRPr lang="es-CL"/>
        </a:p>
      </dgm:t>
    </dgm:pt>
    <dgm:pt modelId="{765933DC-412C-41CC-A3EA-D4EBD65F713B}">
      <dgm:prSet/>
      <dgm:spPr/>
      <dgm:t>
        <a:bodyPr/>
        <a:lstStyle/>
        <a:p>
          <a:r>
            <a:rPr lang="es-CL" dirty="0"/>
            <a:t>Implementación del MVP y funcionalidades clave</a:t>
          </a:r>
        </a:p>
      </dgm:t>
    </dgm:pt>
    <dgm:pt modelId="{B8970A2E-85A6-4C83-9E2A-E811CE0938B5}" type="parTrans" cxnId="{7923DE80-20DF-4FE3-A18B-FBD44FCA4F0F}">
      <dgm:prSet/>
      <dgm:spPr/>
      <dgm:t>
        <a:bodyPr/>
        <a:lstStyle/>
        <a:p>
          <a:endParaRPr lang="es-CL"/>
        </a:p>
      </dgm:t>
    </dgm:pt>
    <dgm:pt modelId="{DC8372AA-607A-4433-AC93-300C7117AF90}" type="sibTrans" cxnId="{7923DE80-20DF-4FE3-A18B-FBD44FCA4F0F}">
      <dgm:prSet/>
      <dgm:spPr/>
      <dgm:t>
        <a:bodyPr/>
        <a:lstStyle/>
        <a:p>
          <a:endParaRPr lang="es-CL"/>
        </a:p>
      </dgm:t>
    </dgm:pt>
    <dgm:pt modelId="{4A534E92-A652-4697-910B-DC15481F64E5}">
      <dgm:prSet/>
      <dgm:spPr/>
      <dgm:t>
        <a:bodyPr/>
        <a:lstStyle/>
        <a:p>
          <a:r>
            <a:rPr lang="es-MX" dirty="0"/>
            <a:t>Validación</a:t>
          </a:r>
          <a:endParaRPr lang="es-CL" dirty="0"/>
        </a:p>
      </dgm:t>
    </dgm:pt>
    <dgm:pt modelId="{5B507294-23F3-4806-8CEF-8DD13E52E5C9}" type="parTrans" cxnId="{9F89E611-C283-4B36-AC47-40B2D9A8EC6E}">
      <dgm:prSet/>
      <dgm:spPr/>
      <dgm:t>
        <a:bodyPr/>
        <a:lstStyle/>
        <a:p>
          <a:endParaRPr lang="es-CL"/>
        </a:p>
      </dgm:t>
    </dgm:pt>
    <dgm:pt modelId="{7545A43A-CC10-41D0-A1C1-0FFA88C088A3}" type="sibTrans" cxnId="{9F89E611-C283-4B36-AC47-40B2D9A8EC6E}">
      <dgm:prSet/>
      <dgm:spPr/>
      <dgm:t>
        <a:bodyPr/>
        <a:lstStyle/>
        <a:p>
          <a:endParaRPr lang="es-CL"/>
        </a:p>
      </dgm:t>
    </dgm:pt>
    <dgm:pt modelId="{E11ED8D9-652B-4D06-9A18-EB6F0E912943}">
      <dgm:prSet/>
      <dgm:spPr/>
      <dgm:t>
        <a:bodyPr/>
        <a:lstStyle/>
        <a:p>
          <a:r>
            <a:rPr lang="es-MX" dirty="0"/>
            <a:t>Testing</a:t>
          </a:r>
          <a:endParaRPr lang="es-CL" dirty="0"/>
        </a:p>
      </dgm:t>
    </dgm:pt>
    <dgm:pt modelId="{C66BF221-7A16-4409-9A1A-C6F132BE1025}" type="parTrans" cxnId="{9E75B016-DD4C-4B78-8294-349A144C7E31}">
      <dgm:prSet/>
      <dgm:spPr/>
      <dgm:t>
        <a:bodyPr/>
        <a:lstStyle/>
        <a:p>
          <a:endParaRPr lang="es-CL"/>
        </a:p>
      </dgm:t>
    </dgm:pt>
    <dgm:pt modelId="{ED33F545-7222-4ECC-BDED-822309F251B8}" type="sibTrans" cxnId="{9E75B016-DD4C-4B78-8294-349A144C7E31}">
      <dgm:prSet/>
      <dgm:spPr/>
      <dgm:t>
        <a:bodyPr/>
        <a:lstStyle/>
        <a:p>
          <a:endParaRPr lang="es-CL"/>
        </a:p>
      </dgm:t>
    </dgm:pt>
    <dgm:pt modelId="{92959281-D95C-45E7-9455-00713519B4F5}">
      <dgm:prSet/>
      <dgm:spPr/>
      <dgm:t>
        <a:bodyPr/>
        <a:lstStyle/>
        <a:p>
          <a:r>
            <a:rPr lang="es-MX" dirty="0"/>
            <a:t>Pruebas en entorno controlado</a:t>
          </a:r>
          <a:endParaRPr lang="es-CL" dirty="0"/>
        </a:p>
      </dgm:t>
    </dgm:pt>
    <dgm:pt modelId="{2956F336-6EB1-4CC1-A963-4592A72B5661}" type="parTrans" cxnId="{C5A64235-FCE0-4E6F-B6E4-A8F4F900807C}">
      <dgm:prSet/>
      <dgm:spPr/>
      <dgm:t>
        <a:bodyPr/>
        <a:lstStyle/>
        <a:p>
          <a:endParaRPr lang="es-CL"/>
        </a:p>
      </dgm:t>
    </dgm:pt>
    <dgm:pt modelId="{E073979E-58E7-4531-8F01-A003CBB1C354}" type="sibTrans" cxnId="{C5A64235-FCE0-4E6F-B6E4-A8F4F900807C}">
      <dgm:prSet/>
      <dgm:spPr/>
      <dgm:t>
        <a:bodyPr/>
        <a:lstStyle/>
        <a:p>
          <a:endParaRPr lang="es-CL"/>
        </a:p>
      </dgm:t>
    </dgm:pt>
    <dgm:pt modelId="{68011DE0-CFF2-42F7-A277-E18B8BAE8A0C}">
      <dgm:prSet/>
      <dgm:spPr/>
      <dgm:t>
        <a:bodyPr/>
        <a:lstStyle/>
        <a:p>
          <a:r>
            <a:rPr lang="es-MX" dirty="0"/>
            <a:t>Verificación de resultados</a:t>
          </a:r>
          <a:endParaRPr lang="es-CL" dirty="0"/>
        </a:p>
      </dgm:t>
    </dgm:pt>
    <dgm:pt modelId="{060E4C29-034E-4793-8C17-7D106B54CC19}" type="parTrans" cxnId="{097DCD53-A169-476F-809A-3172A8C20492}">
      <dgm:prSet/>
      <dgm:spPr/>
      <dgm:t>
        <a:bodyPr/>
        <a:lstStyle/>
        <a:p>
          <a:endParaRPr lang="es-CL"/>
        </a:p>
      </dgm:t>
    </dgm:pt>
    <dgm:pt modelId="{CD46B68E-6664-475E-A40F-4BC990322EA2}" type="sibTrans" cxnId="{097DCD53-A169-476F-809A-3172A8C20492}">
      <dgm:prSet/>
      <dgm:spPr/>
      <dgm:t>
        <a:bodyPr/>
        <a:lstStyle/>
        <a:p>
          <a:endParaRPr lang="es-CL"/>
        </a:p>
      </dgm:t>
    </dgm:pt>
    <dgm:pt modelId="{06C64EE9-F942-4D17-A166-ED7777731EE9}">
      <dgm:prSet/>
      <dgm:spPr/>
      <dgm:t>
        <a:bodyPr/>
        <a:lstStyle/>
        <a:p>
          <a:pPr>
            <a:buFont typeface="Arial" panose="020B0604020202020204" pitchFamily="34" charset="0"/>
            <a:buChar char="•"/>
          </a:pPr>
          <a:r>
            <a:rPr lang="es-CL" dirty="0"/>
            <a:t>Levantamiento de información</a:t>
          </a:r>
        </a:p>
      </dgm:t>
    </dgm:pt>
    <dgm:pt modelId="{EF682782-A815-4DFD-A248-E6C4AD522227}" type="parTrans" cxnId="{B1286B8A-71C7-4A39-9D0F-8B5675DAE5D1}">
      <dgm:prSet/>
      <dgm:spPr/>
      <dgm:t>
        <a:bodyPr/>
        <a:lstStyle/>
        <a:p>
          <a:endParaRPr lang="es-CL"/>
        </a:p>
      </dgm:t>
    </dgm:pt>
    <dgm:pt modelId="{371A6974-82D1-4423-AFAC-CA922C1E63CC}" type="sibTrans" cxnId="{B1286B8A-71C7-4A39-9D0F-8B5675DAE5D1}">
      <dgm:prSet/>
      <dgm:spPr/>
      <dgm:t>
        <a:bodyPr/>
        <a:lstStyle/>
        <a:p>
          <a:endParaRPr lang="es-CL"/>
        </a:p>
      </dgm:t>
    </dgm:pt>
    <dgm:pt modelId="{C65BDAA2-BAF3-4BFC-B34E-77FA0C2F0721}">
      <dgm:prSet phldrT="[Texto]"/>
      <dgm:spPr/>
      <dgm:t>
        <a:bodyPr/>
        <a:lstStyle/>
        <a:p>
          <a:r>
            <a:rPr lang="es-CL" dirty="0"/>
            <a:t>Desarrollo</a:t>
          </a:r>
        </a:p>
      </dgm:t>
    </dgm:pt>
    <dgm:pt modelId="{A91ACF71-CD5A-4082-8452-550645F38851}" type="sibTrans" cxnId="{A06F5380-C689-48E9-8A43-D5EE7067263F}">
      <dgm:prSet/>
      <dgm:spPr/>
      <dgm:t>
        <a:bodyPr/>
        <a:lstStyle/>
        <a:p>
          <a:endParaRPr lang="es-CL"/>
        </a:p>
      </dgm:t>
    </dgm:pt>
    <dgm:pt modelId="{39E23646-79BC-42C9-9EFE-2DB5464F9995}" type="parTrans" cxnId="{A06F5380-C689-48E9-8A43-D5EE7067263F}">
      <dgm:prSet/>
      <dgm:spPr/>
      <dgm:t>
        <a:bodyPr/>
        <a:lstStyle/>
        <a:p>
          <a:endParaRPr lang="es-CL"/>
        </a:p>
      </dgm:t>
    </dgm:pt>
    <dgm:pt modelId="{234E0F3B-0889-4062-8FE0-94C81B3B488F}">
      <dgm:prSet/>
      <dgm:spPr/>
      <dgm:t>
        <a:bodyPr/>
        <a:lstStyle/>
        <a:p>
          <a:r>
            <a:rPr lang="es-CL" dirty="0"/>
            <a:t>Construcción</a:t>
          </a:r>
        </a:p>
      </dgm:t>
    </dgm:pt>
    <dgm:pt modelId="{CD2DAE29-E767-4A94-A679-B9FF77D80181}" type="parTrans" cxnId="{DF509C1C-9232-43D0-B8D6-401FF292F281}">
      <dgm:prSet/>
      <dgm:spPr/>
      <dgm:t>
        <a:bodyPr/>
        <a:lstStyle/>
        <a:p>
          <a:endParaRPr lang="es-CL"/>
        </a:p>
      </dgm:t>
    </dgm:pt>
    <dgm:pt modelId="{7A2B6E03-2BFC-462C-89EC-301B808DAD2D}" type="sibTrans" cxnId="{DF509C1C-9232-43D0-B8D6-401FF292F281}">
      <dgm:prSet/>
      <dgm:spPr/>
      <dgm:t>
        <a:bodyPr/>
        <a:lstStyle/>
        <a:p>
          <a:endParaRPr lang="es-CL"/>
        </a:p>
      </dgm:t>
    </dgm:pt>
    <dgm:pt modelId="{3A3BD74F-9778-4371-BD92-C2823DD237BE}">
      <dgm:prSet/>
      <dgm:spPr/>
      <dgm:t>
        <a:bodyPr/>
        <a:lstStyle/>
        <a:p>
          <a:r>
            <a:rPr lang="es-MX" dirty="0"/>
            <a:t>Análisis de tareas de sistema</a:t>
          </a:r>
          <a:endParaRPr lang="es-CL" dirty="0"/>
        </a:p>
      </dgm:t>
    </dgm:pt>
    <dgm:pt modelId="{561FF0CC-4913-4A4E-ACBA-872706697D09}" type="parTrans" cxnId="{67F6F789-4FB7-493B-9667-D4F2485D01CE}">
      <dgm:prSet/>
      <dgm:spPr/>
      <dgm:t>
        <a:bodyPr/>
        <a:lstStyle/>
        <a:p>
          <a:endParaRPr lang="es-CL"/>
        </a:p>
      </dgm:t>
    </dgm:pt>
    <dgm:pt modelId="{C04D7577-CEA5-473A-82B8-033EAE2760EB}" type="sibTrans" cxnId="{67F6F789-4FB7-493B-9667-D4F2485D01CE}">
      <dgm:prSet/>
      <dgm:spPr/>
      <dgm:t>
        <a:bodyPr/>
        <a:lstStyle/>
        <a:p>
          <a:endParaRPr lang="es-CL"/>
        </a:p>
      </dgm:t>
    </dgm:pt>
    <dgm:pt modelId="{8C7A7107-820F-4FAF-B334-4C8568536DEF}">
      <dgm:prSet/>
      <dgm:spPr/>
      <dgm:t>
        <a:bodyPr/>
        <a:lstStyle/>
        <a:p>
          <a:r>
            <a:rPr lang="es-MX" dirty="0"/>
            <a:t>Desarrollo</a:t>
          </a:r>
          <a:endParaRPr lang="es-CL" dirty="0"/>
        </a:p>
      </dgm:t>
    </dgm:pt>
    <dgm:pt modelId="{7D082D1B-2FED-4230-8EB9-35D0B458A239}" type="parTrans" cxnId="{20682036-227C-4EC6-8690-761925D67045}">
      <dgm:prSet/>
      <dgm:spPr/>
      <dgm:t>
        <a:bodyPr/>
        <a:lstStyle/>
        <a:p>
          <a:endParaRPr lang="es-CL"/>
        </a:p>
      </dgm:t>
    </dgm:pt>
    <dgm:pt modelId="{2BC57226-8FEB-4C05-9A77-3875E390B82D}" type="sibTrans" cxnId="{20682036-227C-4EC6-8690-761925D67045}">
      <dgm:prSet/>
      <dgm:spPr/>
      <dgm:t>
        <a:bodyPr/>
        <a:lstStyle/>
        <a:p>
          <a:endParaRPr lang="es-CL"/>
        </a:p>
      </dgm:t>
    </dgm:pt>
    <dgm:pt modelId="{580687AA-2F1F-405B-8A51-F6D10D6635C6}">
      <dgm:prSet/>
      <dgm:spPr/>
      <dgm:t>
        <a:bodyPr/>
        <a:lstStyle/>
        <a:p>
          <a:r>
            <a:rPr lang="es-MX" dirty="0"/>
            <a:t>Implementación de MVP y funcionalidades clave</a:t>
          </a:r>
          <a:endParaRPr lang="es-CL" dirty="0"/>
        </a:p>
      </dgm:t>
    </dgm:pt>
    <dgm:pt modelId="{31C78948-8E85-4AFA-A430-5E0C1D85B4DD}" type="parTrans" cxnId="{CDD172A8-0498-4F9B-8AB8-72F22C22F187}">
      <dgm:prSet/>
      <dgm:spPr/>
      <dgm:t>
        <a:bodyPr/>
        <a:lstStyle/>
        <a:p>
          <a:endParaRPr lang="es-CL"/>
        </a:p>
      </dgm:t>
    </dgm:pt>
    <dgm:pt modelId="{314D43D9-0417-451B-9C84-11DC1BA93259}" type="sibTrans" cxnId="{CDD172A8-0498-4F9B-8AB8-72F22C22F187}">
      <dgm:prSet/>
      <dgm:spPr/>
      <dgm:t>
        <a:bodyPr/>
        <a:lstStyle/>
        <a:p>
          <a:endParaRPr lang="es-CL"/>
        </a:p>
      </dgm:t>
    </dgm:pt>
    <dgm:pt modelId="{E23E3B0F-C396-4014-A527-C2491BC3DE56}">
      <dgm:prSet/>
      <dgm:spPr/>
      <dgm:t>
        <a:bodyPr/>
        <a:lstStyle/>
        <a:p>
          <a:r>
            <a:rPr lang="es-MX" dirty="0"/>
            <a:t>Entrega</a:t>
          </a:r>
          <a:endParaRPr lang="es-CL" dirty="0"/>
        </a:p>
      </dgm:t>
    </dgm:pt>
    <dgm:pt modelId="{FCE9EC3C-E031-4EC9-A7C8-BC175857BB34}" type="parTrans" cxnId="{3C8C1F42-DB1F-43B8-A323-1C8597B7AC25}">
      <dgm:prSet/>
      <dgm:spPr/>
      <dgm:t>
        <a:bodyPr/>
        <a:lstStyle/>
        <a:p>
          <a:endParaRPr lang="es-CL"/>
        </a:p>
      </dgm:t>
    </dgm:pt>
    <dgm:pt modelId="{2731254C-4E7E-4A77-85DF-AF1E03106246}" type="sibTrans" cxnId="{3C8C1F42-DB1F-43B8-A323-1C8597B7AC25}">
      <dgm:prSet/>
      <dgm:spPr/>
      <dgm:t>
        <a:bodyPr/>
        <a:lstStyle/>
        <a:p>
          <a:endParaRPr lang="es-CL"/>
        </a:p>
      </dgm:t>
    </dgm:pt>
    <dgm:pt modelId="{C92A8C69-A7E8-4AFB-9469-DB433F3DA0E9}" type="pres">
      <dgm:prSet presAssocID="{7DFD3C33-7085-4DFE-AEE3-8677AD69216A}" presName="Name0" presStyleCnt="0">
        <dgm:presLayoutVars>
          <dgm:chMax val="5"/>
          <dgm:chPref val="5"/>
          <dgm:dir/>
          <dgm:animLvl val="lvl"/>
        </dgm:presLayoutVars>
      </dgm:prSet>
      <dgm:spPr/>
    </dgm:pt>
    <dgm:pt modelId="{7CFD7561-38C0-44A1-9900-18E0910F2886}" type="pres">
      <dgm:prSet presAssocID="{551A038D-7B50-4F63-A405-4CFFC3E9B51C}" presName="parentText1" presStyleLbl="node1" presStyleIdx="0" presStyleCnt="5">
        <dgm:presLayoutVars>
          <dgm:chMax/>
          <dgm:chPref val="3"/>
          <dgm:bulletEnabled val="1"/>
        </dgm:presLayoutVars>
      </dgm:prSet>
      <dgm:spPr/>
    </dgm:pt>
    <dgm:pt modelId="{9948CF58-FB81-4287-B843-AFD389FC4151}" type="pres">
      <dgm:prSet presAssocID="{551A038D-7B50-4F63-A405-4CFFC3E9B51C}" presName="childText1" presStyleLbl="solidAlignAcc1" presStyleIdx="0" presStyleCnt="5">
        <dgm:presLayoutVars>
          <dgm:chMax val="0"/>
          <dgm:chPref val="0"/>
          <dgm:bulletEnabled val="1"/>
        </dgm:presLayoutVars>
      </dgm:prSet>
      <dgm:spPr/>
    </dgm:pt>
    <dgm:pt modelId="{27C41D38-7E23-4C16-BBF2-FFE5262149A7}" type="pres">
      <dgm:prSet presAssocID="{FBEDA7D3-22F7-4B96-A865-622CD9DBD2C3}" presName="parentText2" presStyleLbl="node1" presStyleIdx="1" presStyleCnt="5">
        <dgm:presLayoutVars>
          <dgm:chMax/>
          <dgm:chPref val="3"/>
          <dgm:bulletEnabled val="1"/>
        </dgm:presLayoutVars>
      </dgm:prSet>
      <dgm:spPr/>
    </dgm:pt>
    <dgm:pt modelId="{885C846C-0E88-438B-976A-1D44FD3DD003}" type="pres">
      <dgm:prSet presAssocID="{FBEDA7D3-22F7-4B96-A865-622CD9DBD2C3}" presName="childText2" presStyleLbl="solidAlignAcc1" presStyleIdx="1" presStyleCnt="5">
        <dgm:presLayoutVars>
          <dgm:chMax val="0"/>
          <dgm:chPref val="0"/>
          <dgm:bulletEnabled val="1"/>
        </dgm:presLayoutVars>
      </dgm:prSet>
      <dgm:spPr/>
    </dgm:pt>
    <dgm:pt modelId="{CE9270CB-D9C7-4C0C-A27C-1167089C2BAA}" type="pres">
      <dgm:prSet presAssocID="{234E0F3B-0889-4062-8FE0-94C81B3B488F}" presName="parentText3" presStyleLbl="node1" presStyleIdx="2" presStyleCnt="5">
        <dgm:presLayoutVars>
          <dgm:chMax/>
          <dgm:chPref val="3"/>
          <dgm:bulletEnabled val="1"/>
        </dgm:presLayoutVars>
      </dgm:prSet>
      <dgm:spPr/>
    </dgm:pt>
    <dgm:pt modelId="{F750A379-1266-4DBD-B849-693381D68FAF}" type="pres">
      <dgm:prSet presAssocID="{234E0F3B-0889-4062-8FE0-94C81B3B488F}" presName="childText3" presStyleLbl="solidAlignAcc1" presStyleIdx="2" presStyleCnt="5">
        <dgm:presLayoutVars>
          <dgm:chMax val="0"/>
          <dgm:chPref val="0"/>
          <dgm:bulletEnabled val="1"/>
        </dgm:presLayoutVars>
      </dgm:prSet>
      <dgm:spPr/>
    </dgm:pt>
    <dgm:pt modelId="{A83FA950-9179-4265-9FA1-4B4341C6E346}" type="pres">
      <dgm:prSet presAssocID="{C65BDAA2-BAF3-4BFC-B34E-77FA0C2F0721}" presName="parentText4" presStyleLbl="node1" presStyleIdx="3" presStyleCnt="5">
        <dgm:presLayoutVars>
          <dgm:chMax/>
          <dgm:chPref val="3"/>
          <dgm:bulletEnabled val="1"/>
        </dgm:presLayoutVars>
      </dgm:prSet>
      <dgm:spPr/>
    </dgm:pt>
    <dgm:pt modelId="{42F6378C-1297-4A9E-9A1D-0E78D73C99B9}" type="pres">
      <dgm:prSet presAssocID="{C65BDAA2-BAF3-4BFC-B34E-77FA0C2F0721}" presName="childText4" presStyleLbl="solidAlignAcc1" presStyleIdx="3" presStyleCnt="5">
        <dgm:presLayoutVars>
          <dgm:chMax val="0"/>
          <dgm:chPref val="0"/>
          <dgm:bulletEnabled val="1"/>
        </dgm:presLayoutVars>
      </dgm:prSet>
      <dgm:spPr/>
    </dgm:pt>
    <dgm:pt modelId="{3C63961B-C906-442F-9269-4C5DB223682A}" type="pres">
      <dgm:prSet presAssocID="{4A534E92-A652-4697-910B-DC15481F64E5}" presName="parentText5" presStyleLbl="node1" presStyleIdx="4" presStyleCnt="5">
        <dgm:presLayoutVars>
          <dgm:chMax/>
          <dgm:chPref val="3"/>
          <dgm:bulletEnabled val="1"/>
        </dgm:presLayoutVars>
      </dgm:prSet>
      <dgm:spPr/>
    </dgm:pt>
    <dgm:pt modelId="{698F13C5-9FC0-44AA-8FF9-68A116CB44D3}" type="pres">
      <dgm:prSet presAssocID="{4A534E92-A652-4697-910B-DC15481F64E5}" presName="childText5" presStyleLbl="solidAlignAcc1" presStyleIdx="4" presStyleCnt="5">
        <dgm:presLayoutVars>
          <dgm:chMax val="0"/>
          <dgm:chPref val="0"/>
          <dgm:bulletEnabled val="1"/>
        </dgm:presLayoutVars>
      </dgm:prSet>
      <dgm:spPr/>
    </dgm:pt>
  </dgm:ptLst>
  <dgm:cxnLst>
    <dgm:cxn modelId="{9F89E611-C283-4B36-AC47-40B2D9A8EC6E}" srcId="{7DFD3C33-7085-4DFE-AEE3-8677AD69216A}" destId="{4A534E92-A652-4697-910B-DC15481F64E5}" srcOrd="4" destOrd="0" parTransId="{5B507294-23F3-4806-8CEF-8DD13E52E5C9}" sibTransId="{7545A43A-CC10-41D0-A1C1-0FFA88C088A3}"/>
    <dgm:cxn modelId="{6BFBB212-5956-4CF0-9F39-ACDFDB8E65B1}" type="presOf" srcId="{4A534E92-A652-4697-910B-DC15481F64E5}" destId="{3C63961B-C906-442F-9269-4C5DB223682A}" srcOrd="0" destOrd="0" presId="urn:microsoft.com/office/officeart/2009/3/layout/IncreasingArrowsProcess"/>
    <dgm:cxn modelId="{A373C512-5359-4F12-B903-56E17BDB168D}" type="presOf" srcId="{8C7A7107-820F-4FAF-B334-4C8568536DEF}" destId="{F750A379-1266-4DBD-B849-693381D68FAF}" srcOrd="0" destOrd="0" presId="urn:microsoft.com/office/officeart/2009/3/layout/IncreasingArrowsProcess"/>
    <dgm:cxn modelId="{DA3C7113-BE9C-49C4-80C5-FD0DE167D001}" type="presOf" srcId="{372C08BD-BA36-450A-8B6C-B6B06E519A20}" destId="{9948CF58-FB81-4287-B843-AFD389FC4151}" srcOrd="0" destOrd="1" presId="urn:microsoft.com/office/officeart/2009/3/layout/IncreasingArrowsProcess"/>
    <dgm:cxn modelId="{84DB5115-80DD-40B4-8E57-D3D038A5FC9A}" type="presOf" srcId="{11ADE01D-0752-4536-870E-C602F6DADB6F}" destId="{9948CF58-FB81-4287-B843-AFD389FC4151}" srcOrd="0" destOrd="0" presId="urn:microsoft.com/office/officeart/2009/3/layout/IncreasingArrowsProcess"/>
    <dgm:cxn modelId="{9E75B016-DD4C-4B78-8294-349A144C7E31}" srcId="{4A534E92-A652-4697-910B-DC15481F64E5}" destId="{E11ED8D9-652B-4D06-9A18-EB6F0E912943}" srcOrd="0" destOrd="0" parTransId="{C66BF221-7A16-4409-9A1A-C6F132BE1025}" sibTransId="{ED33F545-7222-4ECC-BDED-822309F251B8}"/>
    <dgm:cxn modelId="{BE4EEA1A-7E72-4D7B-A615-94C267684872}" srcId="{7DFD3C33-7085-4DFE-AEE3-8677AD69216A}" destId="{551A038D-7B50-4F63-A405-4CFFC3E9B51C}" srcOrd="0" destOrd="0" parTransId="{07092C65-EE5C-4C58-9D8D-E077A5BAC427}" sibTransId="{5266A8B1-3F2B-44C7-8E4C-334E907244E4}"/>
    <dgm:cxn modelId="{DF509C1C-9232-43D0-B8D6-401FF292F281}" srcId="{7DFD3C33-7085-4DFE-AEE3-8677AD69216A}" destId="{234E0F3B-0889-4062-8FE0-94C81B3B488F}" srcOrd="2" destOrd="0" parTransId="{CD2DAE29-E767-4A94-A679-B9FF77D80181}" sibTransId="{7A2B6E03-2BFC-462C-89EC-301B808DAD2D}"/>
    <dgm:cxn modelId="{51E17028-3388-4A19-BE65-A644FAA8E622}" type="presOf" srcId="{68011DE0-CFF2-42F7-A277-E18B8BAE8A0C}" destId="{698F13C5-9FC0-44AA-8FF9-68A116CB44D3}" srcOrd="0" destOrd="2" presId="urn:microsoft.com/office/officeart/2009/3/layout/IncreasingArrowsProcess"/>
    <dgm:cxn modelId="{C5A64235-FCE0-4E6F-B6E4-A8F4F900807C}" srcId="{4A534E92-A652-4697-910B-DC15481F64E5}" destId="{92959281-D95C-45E7-9455-00713519B4F5}" srcOrd="1" destOrd="0" parTransId="{2956F336-6EB1-4CC1-A963-4592A72B5661}" sibTransId="{E073979E-58E7-4531-8F01-A003CBB1C354}"/>
    <dgm:cxn modelId="{20682036-227C-4EC6-8690-761925D67045}" srcId="{234E0F3B-0889-4062-8FE0-94C81B3B488F}" destId="{8C7A7107-820F-4FAF-B334-4C8568536DEF}" srcOrd="0" destOrd="0" parTransId="{7D082D1B-2FED-4230-8EB9-35D0B458A239}" sibTransId="{2BC57226-8FEB-4C05-9A77-3875E390B82D}"/>
    <dgm:cxn modelId="{63BBBE3E-A31E-462A-8EAD-9EAFA43DE07B}" type="presOf" srcId="{06C64EE9-F942-4D17-A166-ED7777731EE9}" destId="{9948CF58-FB81-4287-B843-AFD389FC4151}" srcOrd="0" destOrd="2" presId="urn:microsoft.com/office/officeart/2009/3/layout/IncreasingArrowsProcess"/>
    <dgm:cxn modelId="{3C8C1F42-DB1F-43B8-A323-1C8597B7AC25}" srcId="{4A534E92-A652-4697-910B-DC15481F64E5}" destId="{E23E3B0F-C396-4014-A527-C2491BC3DE56}" srcOrd="3" destOrd="0" parTransId="{FCE9EC3C-E031-4EC9-A7C8-BC175857BB34}" sibTransId="{2731254C-4E7E-4A77-85DF-AF1E03106246}"/>
    <dgm:cxn modelId="{A41B6F6C-CEF4-4783-8C26-7FDE8DC28B0C}" type="presOf" srcId="{AC08BC67-1992-4C1F-A845-D5C7A320C703}" destId="{885C846C-0E88-438B-976A-1D44FD3DD003}" srcOrd="0" destOrd="0" presId="urn:microsoft.com/office/officeart/2009/3/layout/IncreasingArrowsProcess"/>
    <dgm:cxn modelId="{42AC586C-E209-4C60-B8D9-0447B08E1191}" type="presOf" srcId="{C65BDAA2-BAF3-4BFC-B34E-77FA0C2F0721}" destId="{A83FA950-9179-4265-9FA1-4B4341C6E346}" srcOrd="0" destOrd="0" presId="urn:microsoft.com/office/officeart/2009/3/layout/IncreasingArrowsProcess"/>
    <dgm:cxn modelId="{6445A06D-2396-40F1-AADC-7450336E773D}" type="presOf" srcId="{92959281-D95C-45E7-9455-00713519B4F5}" destId="{698F13C5-9FC0-44AA-8FF9-68A116CB44D3}" srcOrd="0" destOrd="1" presId="urn:microsoft.com/office/officeart/2009/3/layout/IncreasingArrowsProcess"/>
    <dgm:cxn modelId="{61045E4E-B08E-4F21-8E24-027E27BB80CB}" srcId="{FBEDA7D3-22F7-4B96-A865-622CD9DBD2C3}" destId="{AC08BC67-1992-4C1F-A845-D5C7A320C703}" srcOrd="0" destOrd="0" parTransId="{228B5C3C-3EC3-4101-B422-6C4432960CC7}" sibTransId="{124DEB2E-5F05-46D4-A675-115D6F37A105}"/>
    <dgm:cxn modelId="{6A640872-1847-4250-A5A0-803BCE112411}" type="presOf" srcId="{234E0F3B-0889-4062-8FE0-94C81B3B488F}" destId="{CE9270CB-D9C7-4C0C-A27C-1167089C2BAA}" srcOrd="0" destOrd="0" presId="urn:microsoft.com/office/officeart/2009/3/layout/IncreasingArrowsProcess"/>
    <dgm:cxn modelId="{097DCD53-A169-476F-809A-3172A8C20492}" srcId="{4A534E92-A652-4697-910B-DC15481F64E5}" destId="{68011DE0-CFF2-42F7-A277-E18B8BAE8A0C}" srcOrd="2" destOrd="0" parTransId="{060E4C29-034E-4793-8C17-7D106B54CC19}" sibTransId="{CD46B68E-6664-475E-A40F-4BC990322EA2}"/>
    <dgm:cxn modelId="{52D7B374-BF32-408C-BD8A-141F33432E61}" type="presOf" srcId="{FBEDA7D3-22F7-4B96-A865-622CD9DBD2C3}" destId="{27C41D38-7E23-4C16-BBF2-FFE5262149A7}" srcOrd="0" destOrd="0" presId="urn:microsoft.com/office/officeart/2009/3/layout/IncreasingArrowsProcess"/>
    <dgm:cxn modelId="{A06F5380-C689-48E9-8A43-D5EE7067263F}" srcId="{7DFD3C33-7085-4DFE-AEE3-8677AD69216A}" destId="{C65BDAA2-BAF3-4BFC-B34E-77FA0C2F0721}" srcOrd="3" destOrd="0" parTransId="{39E23646-79BC-42C9-9EFE-2DB5464F9995}" sibTransId="{A91ACF71-CD5A-4082-8452-550645F38851}"/>
    <dgm:cxn modelId="{7923DE80-20DF-4FE3-A18B-FBD44FCA4F0F}" srcId="{C65BDAA2-BAF3-4BFC-B34E-77FA0C2F0721}" destId="{765933DC-412C-41CC-A3EA-D4EBD65F713B}" srcOrd="0" destOrd="0" parTransId="{B8970A2E-85A6-4C83-9E2A-E811CE0938B5}" sibTransId="{DC8372AA-607A-4433-AC93-300C7117AF90}"/>
    <dgm:cxn modelId="{67F6F789-4FB7-493B-9667-D4F2485D01CE}" srcId="{FBEDA7D3-22F7-4B96-A865-622CD9DBD2C3}" destId="{3A3BD74F-9778-4371-BD92-C2823DD237BE}" srcOrd="2" destOrd="0" parTransId="{561FF0CC-4913-4A4E-ACBA-872706697D09}" sibTransId="{C04D7577-CEA5-473A-82B8-033EAE2760EB}"/>
    <dgm:cxn modelId="{B1286B8A-71C7-4A39-9D0F-8B5675DAE5D1}" srcId="{551A038D-7B50-4F63-A405-4CFFC3E9B51C}" destId="{06C64EE9-F942-4D17-A166-ED7777731EE9}" srcOrd="2" destOrd="0" parTransId="{EF682782-A815-4DFD-A248-E6C4AD522227}" sibTransId="{371A6974-82D1-4423-AFAC-CA922C1E63CC}"/>
    <dgm:cxn modelId="{CDD172A8-0498-4F9B-8AB8-72F22C22F187}" srcId="{234E0F3B-0889-4062-8FE0-94C81B3B488F}" destId="{580687AA-2F1F-405B-8A51-F6D10D6635C6}" srcOrd="1" destOrd="0" parTransId="{31C78948-8E85-4AFA-A430-5E0C1D85B4DD}" sibTransId="{314D43D9-0417-451B-9C84-11DC1BA93259}"/>
    <dgm:cxn modelId="{F214C9AC-E688-4327-8542-EF6A70ADFCCD}" type="presOf" srcId="{7DFD3C33-7085-4DFE-AEE3-8677AD69216A}" destId="{C92A8C69-A7E8-4AFB-9469-DB433F3DA0E9}" srcOrd="0" destOrd="0" presId="urn:microsoft.com/office/officeart/2009/3/layout/IncreasingArrowsProcess"/>
    <dgm:cxn modelId="{55404CBF-C93E-4A19-94BA-13E91B97AACF}" type="presOf" srcId="{551A038D-7B50-4F63-A405-4CFFC3E9B51C}" destId="{7CFD7561-38C0-44A1-9900-18E0910F2886}" srcOrd="0" destOrd="0" presId="urn:microsoft.com/office/officeart/2009/3/layout/IncreasingArrowsProcess"/>
    <dgm:cxn modelId="{274D2BC3-0AA1-4119-8B1E-BB5E25F7FB6B}" srcId="{FBEDA7D3-22F7-4B96-A865-622CD9DBD2C3}" destId="{77D3DEC3-DAB8-41F4-9E6D-4EF0FF152232}" srcOrd="1" destOrd="0" parTransId="{D2E85FBF-D657-4E8A-AA2E-1C415F6830BF}" sibTransId="{EE0E79A4-316B-4930-B2BE-D25898AA0D91}"/>
    <dgm:cxn modelId="{7C1371C8-CFC5-4B9D-8431-769136D75659}" type="presOf" srcId="{77D3DEC3-DAB8-41F4-9E6D-4EF0FF152232}" destId="{885C846C-0E88-438B-976A-1D44FD3DD003}" srcOrd="0" destOrd="1" presId="urn:microsoft.com/office/officeart/2009/3/layout/IncreasingArrowsProcess"/>
    <dgm:cxn modelId="{968748C9-B02D-4BA4-BE48-767211B0CEF7}" srcId="{551A038D-7B50-4F63-A405-4CFFC3E9B51C}" destId="{11ADE01D-0752-4536-870E-C602F6DADB6F}" srcOrd="0" destOrd="0" parTransId="{5DA8F7E3-4B2E-4D6B-8DEF-72543CC82A0B}" sibTransId="{D39225E3-3DC8-4B0E-887D-20C6C283A6E4}"/>
    <dgm:cxn modelId="{6CF6A1D2-0E15-4E67-A424-98696B93DA98}" srcId="{551A038D-7B50-4F63-A405-4CFFC3E9B51C}" destId="{372C08BD-BA36-450A-8B6C-B6B06E519A20}" srcOrd="1" destOrd="0" parTransId="{9E9A20ED-44AB-4B44-8EEE-B42668D56678}" sibTransId="{96560CDC-BE0A-40A4-B212-7C3424BB8564}"/>
    <dgm:cxn modelId="{D1EB40D5-C6E1-4B87-AF58-D6CD6F5DC88A}" type="presOf" srcId="{E23E3B0F-C396-4014-A527-C2491BC3DE56}" destId="{698F13C5-9FC0-44AA-8FF9-68A116CB44D3}" srcOrd="0" destOrd="3" presId="urn:microsoft.com/office/officeart/2009/3/layout/IncreasingArrowsProcess"/>
    <dgm:cxn modelId="{699EE0D6-24CE-4B9E-9540-8D5A18189592}" type="presOf" srcId="{E11ED8D9-652B-4D06-9A18-EB6F0E912943}" destId="{698F13C5-9FC0-44AA-8FF9-68A116CB44D3}" srcOrd="0" destOrd="0" presId="urn:microsoft.com/office/officeart/2009/3/layout/IncreasingArrowsProcess"/>
    <dgm:cxn modelId="{043F30DE-5FB9-47F3-BDA1-D63D51D3309D}" type="presOf" srcId="{580687AA-2F1F-405B-8A51-F6D10D6635C6}" destId="{F750A379-1266-4DBD-B849-693381D68FAF}" srcOrd="0" destOrd="1" presId="urn:microsoft.com/office/officeart/2009/3/layout/IncreasingArrowsProcess"/>
    <dgm:cxn modelId="{FBC85FEB-A6B4-41B9-BE92-BFCE79C80A0F}" type="presOf" srcId="{3A3BD74F-9778-4371-BD92-C2823DD237BE}" destId="{885C846C-0E88-438B-976A-1D44FD3DD003}" srcOrd="0" destOrd="2" presId="urn:microsoft.com/office/officeart/2009/3/layout/IncreasingArrowsProcess"/>
    <dgm:cxn modelId="{CEC042ED-15F1-4878-BD77-CD4B98A62622}" srcId="{7DFD3C33-7085-4DFE-AEE3-8677AD69216A}" destId="{FBEDA7D3-22F7-4B96-A865-622CD9DBD2C3}" srcOrd="1" destOrd="0" parTransId="{0503A13F-06A5-420B-8164-53C3943D5AEE}" sibTransId="{FB2BA3EB-DD47-41A6-A027-99CD26667E8F}"/>
    <dgm:cxn modelId="{04C603F3-33C2-4F3D-AED7-5EDF92B1DEA2}" type="presOf" srcId="{765933DC-412C-41CC-A3EA-D4EBD65F713B}" destId="{42F6378C-1297-4A9E-9A1D-0E78D73C99B9}" srcOrd="0" destOrd="0" presId="urn:microsoft.com/office/officeart/2009/3/layout/IncreasingArrowsProcess"/>
    <dgm:cxn modelId="{FD752E79-71EB-4C9D-B5D8-94FEB309041D}" type="presParOf" srcId="{C92A8C69-A7E8-4AFB-9469-DB433F3DA0E9}" destId="{7CFD7561-38C0-44A1-9900-18E0910F2886}" srcOrd="0" destOrd="0" presId="urn:microsoft.com/office/officeart/2009/3/layout/IncreasingArrowsProcess"/>
    <dgm:cxn modelId="{0D61D08D-7F4D-47BD-BE11-98F987C62CF3}" type="presParOf" srcId="{C92A8C69-A7E8-4AFB-9469-DB433F3DA0E9}" destId="{9948CF58-FB81-4287-B843-AFD389FC4151}" srcOrd="1" destOrd="0" presId="urn:microsoft.com/office/officeart/2009/3/layout/IncreasingArrowsProcess"/>
    <dgm:cxn modelId="{D006EBF6-8CC7-4ECD-A8A7-A6C19D49F4CF}" type="presParOf" srcId="{C92A8C69-A7E8-4AFB-9469-DB433F3DA0E9}" destId="{27C41D38-7E23-4C16-BBF2-FFE5262149A7}" srcOrd="2" destOrd="0" presId="urn:microsoft.com/office/officeart/2009/3/layout/IncreasingArrowsProcess"/>
    <dgm:cxn modelId="{9C09A91F-5018-4A60-A8AE-4EF30B04E19A}" type="presParOf" srcId="{C92A8C69-A7E8-4AFB-9469-DB433F3DA0E9}" destId="{885C846C-0E88-438B-976A-1D44FD3DD003}" srcOrd="3" destOrd="0" presId="urn:microsoft.com/office/officeart/2009/3/layout/IncreasingArrowsProcess"/>
    <dgm:cxn modelId="{5052F046-DA29-458F-BD58-329C773819C2}" type="presParOf" srcId="{C92A8C69-A7E8-4AFB-9469-DB433F3DA0E9}" destId="{CE9270CB-D9C7-4C0C-A27C-1167089C2BAA}" srcOrd="4" destOrd="0" presId="urn:microsoft.com/office/officeart/2009/3/layout/IncreasingArrowsProcess"/>
    <dgm:cxn modelId="{85211BD2-D4EE-43FE-A628-7AEF6A65A606}" type="presParOf" srcId="{C92A8C69-A7E8-4AFB-9469-DB433F3DA0E9}" destId="{F750A379-1266-4DBD-B849-693381D68FAF}" srcOrd="5" destOrd="0" presId="urn:microsoft.com/office/officeart/2009/3/layout/IncreasingArrowsProcess"/>
    <dgm:cxn modelId="{A26F33B3-5706-42F3-99D3-4FF00149402E}" type="presParOf" srcId="{C92A8C69-A7E8-4AFB-9469-DB433F3DA0E9}" destId="{A83FA950-9179-4265-9FA1-4B4341C6E346}" srcOrd="6" destOrd="0" presId="urn:microsoft.com/office/officeart/2009/3/layout/IncreasingArrowsProcess"/>
    <dgm:cxn modelId="{37E101DF-9E87-4DD3-BE35-5AD7D8812B65}" type="presParOf" srcId="{C92A8C69-A7E8-4AFB-9469-DB433F3DA0E9}" destId="{42F6378C-1297-4A9E-9A1D-0E78D73C99B9}" srcOrd="7" destOrd="0" presId="urn:microsoft.com/office/officeart/2009/3/layout/IncreasingArrowsProcess"/>
    <dgm:cxn modelId="{01D6F7B7-0E50-44BE-86FE-88FCF9F358DE}" type="presParOf" srcId="{C92A8C69-A7E8-4AFB-9469-DB433F3DA0E9}" destId="{3C63961B-C906-442F-9269-4C5DB223682A}" srcOrd="8" destOrd="0" presId="urn:microsoft.com/office/officeart/2009/3/layout/IncreasingArrowsProcess"/>
    <dgm:cxn modelId="{D2C9DFA6-5CBC-4E1C-9F6B-609722466BFD}" type="presParOf" srcId="{C92A8C69-A7E8-4AFB-9469-DB433F3DA0E9}" destId="{698F13C5-9FC0-44AA-8FF9-68A116CB44D3}" srcOrd="9" destOrd="0" presId="urn:microsoft.com/office/officeart/2009/3/layout/IncreasingArrowsProcess"/>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D607B1-C91C-4BDA-B140-9BEE4E067B14}">
      <dsp:nvSpPr>
        <dsp:cNvPr id="0" name=""/>
        <dsp:cNvSpPr/>
      </dsp:nvSpPr>
      <dsp:spPr>
        <a:xfrm>
          <a:off x="3929" y="644160"/>
          <a:ext cx="1218297" cy="7309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CL" sz="1800" kern="1200" dirty="0"/>
            <a:t>Definición del alcance</a:t>
          </a:r>
        </a:p>
      </dsp:txBody>
      <dsp:txXfrm>
        <a:off x="25339" y="665570"/>
        <a:ext cx="1175477" cy="688158"/>
      </dsp:txXfrm>
    </dsp:sp>
    <dsp:sp modelId="{16269CEC-3A8E-4E70-894D-1AE9576F2B1F}">
      <dsp:nvSpPr>
        <dsp:cNvPr id="0" name=""/>
        <dsp:cNvSpPr/>
      </dsp:nvSpPr>
      <dsp:spPr>
        <a:xfrm>
          <a:off x="1344057" y="858581"/>
          <a:ext cx="258279" cy="30213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s-CL" sz="1200" kern="1200"/>
        </a:p>
      </dsp:txBody>
      <dsp:txXfrm>
        <a:off x="1344057" y="919008"/>
        <a:ext cx="180795" cy="181283"/>
      </dsp:txXfrm>
    </dsp:sp>
    <dsp:sp modelId="{8D17A681-F499-41A4-A089-D0792CF6B890}">
      <dsp:nvSpPr>
        <dsp:cNvPr id="0" name=""/>
        <dsp:cNvSpPr/>
      </dsp:nvSpPr>
      <dsp:spPr>
        <a:xfrm>
          <a:off x="1709546" y="644160"/>
          <a:ext cx="1218297" cy="7309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CL" sz="1800" kern="1200" dirty="0"/>
            <a:t>Análisis y diseño</a:t>
          </a:r>
        </a:p>
      </dsp:txBody>
      <dsp:txXfrm>
        <a:off x="1730956" y="665570"/>
        <a:ext cx="1175477" cy="688158"/>
      </dsp:txXfrm>
    </dsp:sp>
    <dsp:sp modelId="{17EB94BD-C94C-46E4-97F2-D38B49C7DBDF}">
      <dsp:nvSpPr>
        <dsp:cNvPr id="0" name=""/>
        <dsp:cNvSpPr/>
      </dsp:nvSpPr>
      <dsp:spPr>
        <a:xfrm>
          <a:off x="3049673" y="858581"/>
          <a:ext cx="258279" cy="30213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s-CL" sz="1200" kern="1200"/>
        </a:p>
      </dsp:txBody>
      <dsp:txXfrm>
        <a:off x="3049673" y="919008"/>
        <a:ext cx="180795" cy="181283"/>
      </dsp:txXfrm>
    </dsp:sp>
    <dsp:sp modelId="{C078F36E-996D-4E40-A080-260F489CB459}">
      <dsp:nvSpPr>
        <dsp:cNvPr id="0" name=""/>
        <dsp:cNvSpPr/>
      </dsp:nvSpPr>
      <dsp:spPr>
        <a:xfrm>
          <a:off x="3415163" y="644160"/>
          <a:ext cx="1218297" cy="7309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CL" sz="1800" kern="1200" dirty="0"/>
            <a:t>Desarrollo MVP</a:t>
          </a:r>
        </a:p>
      </dsp:txBody>
      <dsp:txXfrm>
        <a:off x="3436573" y="665570"/>
        <a:ext cx="1175477" cy="688158"/>
      </dsp:txXfrm>
    </dsp:sp>
    <dsp:sp modelId="{FC9FDD47-2A70-4B36-9913-21F73FD55D0E}">
      <dsp:nvSpPr>
        <dsp:cNvPr id="0" name=""/>
        <dsp:cNvSpPr/>
      </dsp:nvSpPr>
      <dsp:spPr>
        <a:xfrm>
          <a:off x="4755290" y="858581"/>
          <a:ext cx="258279" cy="30213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s-CL" sz="1200" kern="1200"/>
        </a:p>
      </dsp:txBody>
      <dsp:txXfrm>
        <a:off x="4755290" y="919008"/>
        <a:ext cx="180795" cy="181283"/>
      </dsp:txXfrm>
    </dsp:sp>
    <dsp:sp modelId="{8FB75AE1-047B-42BE-BE24-4ED28C331664}">
      <dsp:nvSpPr>
        <dsp:cNvPr id="0" name=""/>
        <dsp:cNvSpPr/>
      </dsp:nvSpPr>
      <dsp:spPr>
        <a:xfrm>
          <a:off x="5120779" y="644160"/>
          <a:ext cx="1218297" cy="7309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CL" sz="1800" kern="1200" dirty="0"/>
            <a:t>Validación </a:t>
          </a:r>
        </a:p>
      </dsp:txBody>
      <dsp:txXfrm>
        <a:off x="5142189" y="665570"/>
        <a:ext cx="1175477" cy="688158"/>
      </dsp:txXfrm>
    </dsp:sp>
    <dsp:sp modelId="{71265431-C12F-47E6-9DA5-8D845FE38BA5}">
      <dsp:nvSpPr>
        <dsp:cNvPr id="0" name=""/>
        <dsp:cNvSpPr/>
      </dsp:nvSpPr>
      <dsp:spPr>
        <a:xfrm>
          <a:off x="6460907" y="858581"/>
          <a:ext cx="258279" cy="30213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s-CL" sz="1200" kern="1200"/>
        </a:p>
      </dsp:txBody>
      <dsp:txXfrm>
        <a:off x="6460907" y="919008"/>
        <a:ext cx="180795" cy="181283"/>
      </dsp:txXfrm>
    </dsp:sp>
    <dsp:sp modelId="{9ED64D66-945B-44D4-935F-BD12075857CD}">
      <dsp:nvSpPr>
        <dsp:cNvPr id="0" name=""/>
        <dsp:cNvSpPr/>
      </dsp:nvSpPr>
      <dsp:spPr>
        <a:xfrm>
          <a:off x="6826396" y="644160"/>
          <a:ext cx="1218297" cy="7309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CL" sz="1800" kern="1200" dirty="0"/>
            <a:t>Cierre</a:t>
          </a:r>
        </a:p>
      </dsp:txBody>
      <dsp:txXfrm>
        <a:off x="6847806" y="665570"/>
        <a:ext cx="1175477" cy="6881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F0EA33-2193-4B0C-8F2B-CFD110868B7E}">
      <dsp:nvSpPr>
        <dsp:cNvPr id="0" name=""/>
        <dsp:cNvSpPr/>
      </dsp:nvSpPr>
      <dsp:spPr>
        <a:xfrm>
          <a:off x="5521080" y="1242367"/>
          <a:ext cx="153693" cy="2653779"/>
        </a:xfrm>
        <a:custGeom>
          <a:avLst/>
          <a:gdLst/>
          <a:ahLst/>
          <a:cxnLst/>
          <a:rect l="0" t="0" r="0" b="0"/>
          <a:pathLst>
            <a:path>
              <a:moveTo>
                <a:pt x="0" y="0"/>
              </a:moveTo>
              <a:lnTo>
                <a:pt x="0" y="2653779"/>
              </a:lnTo>
              <a:lnTo>
                <a:pt x="153693" y="26537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DA5A84F-35BA-4279-B5EB-30A19DACF6FD}">
      <dsp:nvSpPr>
        <dsp:cNvPr id="0" name=""/>
        <dsp:cNvSpPr/>
      </dsp:nvSpPr>
      <dsp:spPr>
        <a:xfrm>
          <a:off x="5521080" y="1242367"/>
          <a:ext cx="153693" cy="1926295"/>
        </a:xfrm>
        <a:custGeom>
          <a:avLst/>
          <a:gdLst/>
          <a:ahLst/>
          <a:cxnLst/>
          <a:rect l="0" t="0" r="0" b="0"/>
          <a:pathLst>
            <a:path>
              <a:moveTo>
                <a:pt x="0" y="0"/>
              </a:moveTo>
              <a:lnTo>
                <a:pt x="0" y="1926295"/>
              </a:lnTo>
              <a:lnTo>
                <a:pt x="153693" y="192629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AFBD5C8-82F9-4673-9810-4EF9522BFC92}">
      <dsp:nvSpPr>
        <dsp:cNvPr id="0" name=""/>
        <dsp:cNvSpPr/>
      </dsp:nvSpPr>
      <dsp:spPr>
        <a:xfrm>
          <a:off x="5521080" y="1242367"/>
          <a:ext cx="153693" cy="1198811"/>
        </a:xfrm>
        <a:custGeom>
          <a:avLst/>
          <a:gdLst/>
          <a:ahLst/>
          <a:cxnLst/>
          <a:rect l="0" t="0" r="0" b="0"/>
          <a:pathLst>
            <a:path>
              <a:moveTo>
                <a:pt x="0" y="0"/>
              </a:moveTo>
              <a:lnTo>
                <a:pt x="0" y="1198811"/>
              </a:lnTo>
              <a:lnTo>
                <a:pt x="153693" y="119881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3BC0474-730E-41DE-95F4-5BEF945FF119}">
      <dsp:nvSpPr>
        <dsp:cNvPr id="0" name=""/>
        <dsp:cNvSpPr/>
      </dsp:nvSpPr>
      <dsp:spPr>
        <a:xfrm>
          <a:off x="5521080" y="1242367"/>
          <a:ext cx="153693" cy="471327"/>
        </a:xfrm>
        <a:custGeom>
          <a:avLst/>
          <a:gdLst/>
          <a:ahLst/>
          <a:cxnLst/>
          <a:rect l="0" t="0" r="0" b="0"/>
          <a:pathLst>
            <a:path>
              <a:moveTo>
                <a:pt x="0" y="0"/>
              </a:moveTo>
              <a:lnTo>
                <a:pt x="0" y="471327"/>
              </a:lnTo>
              <a:lnTo>
                <a:pt x="153693" y="4713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9210D2B-FA3A-4ECB-94F2-E1EADA0CE34D}">
      <dsp:nvSpPr>
        <dsp:cNvPr id="0" name=""/>
        <dsp:cNvSpPr/>
      </dsp:nvSpPr>
      <dsp:spPr>
        <a:xfrm>
          <a:off x="3451337" y="514883"/>
          <a:ext cx="2479592" cy="215171"/>
        </a:xfrm>
        <a:custGeom>
          <a:avLst/>
          <a:gdLst/>
          <a:ahLst/>
          <a:cxnLst/>
          <a:rect l="0" t="0" r="0" b="0"/>
          <a:pathLst>
            <a:path>
              <a:moveTo>
                <a:pt x="0" y="0"/>
              </a:moveTo>
              <a:lnTo>
                <a:pt x="0" y="107585"/>
              </a:lnTo>
              <a:lnTo>
                <a:pt x="2479592" y="107585"/>
              </a:lnTo>
              <a:lnTo>
                <a:pt x="2479592" y="21517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175364F-CEC0-4224-9B9A-A3FB096D040E}">
      <dsp:nvSpPr>
        <dsp:cNvPr id="0" name=""/>
        <dsp:cNvSpPr/>
      </dsp:nvSpPr>
      <dsp:spPr>
        <a:xfrm>
          <a:off x="4281283" y="1242367"/>
          <a:ext cx="153693" cy="2653779"/>
        </a:xfrm>
        <a:custGeom>
          <a:avLst/>
          <a:gdLst/>
          <a:ahLst/>
          <a:cxnLst/>
          <a:rect l="0" t="0" r="0" b="0"/>
          <a:pathLst>
            <a:path>
              <a:moveTo>
                <a:pt x="0" y="0"/>
              </a:moveTo>
              <a:lnTo>
                <a:pt x="0" y="2653779"/>
              </a:lnTo>
              <a:lnTo>
                <a:pt x="153693" y="26537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F5B2873-7FFA-4BAD-8ACF-0A6F56216B4F}">
      <dsp:nvSpPr>
        <dsp:cNvPr id="0" name=""/>
        <dsp:cNvSpPr/>
      </dsp:nvSpPr>
      <dsp:spPr>
        <a:xfrm>
          <a:off x="4281283" y="1242367"/>
          <a:ext cx="153693" cy="1926295"/>
        </a:xfrm>
        <a:custGeom>
          <a:avLst/>
          <a:gdLst/>
          <a:ahLst/>
          <a:cxnLst/>
          <a:rect l="0" t="0" r="0" b="0"/>
          <a:pathLst>
            <a:path>
              <a:moveTo>
                <a:pt x="0" y="0"/>
              </a:moveTo>
              <a:lnTo>
                <a:pt x="0" y="1926295"/>
              </a:lnTo>
              <a:lnTo>
                <a:pt x="153693" y="192629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5A3F679-DDB6-40B3-AA5C-20FBE900954E}">
      <dsp:nvSpPr>
        <dsp:cNvPr id="0" name=""/>
        <dsp:cNvSpPr/>
      </dsp:nvSpPr>
      <dsp:spPr>
        <a:xfrm>
          <a:off x="4281283" y="1242367"/>
          <a:ext cx="153693" cy="1198811"/>
        </a:xfrm>
        <a:custGeom>
          <a:avLst/>
          <a:gdLst/>
          <a:ahLst/>
          <a:cxnLst/>
          <a:rect l="0" t="0" r="0" b="0"/>
          <a:pathLst>
            <a:path>
              <a:moveTo>
                <a:pt x="0" y="0"/>
              </a:moveTo>
              <a:lnTo>
                <a:pt x="0" y="1198811"/>
              </a:lnTo>
              <a:lnTo>
                <a:pt x="153693" y="119881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FAD578C-45DA-48B8-AAE7-F6E38E3BCF48}">
      <dsp:nvSpPr>
        <dsp:cNvPr id="0" name=""/>
        <dsp:cNvSpPr/>
      </dsp:nvSpPr>
      <dsp:spPr>
        <a:xfrm>
          <a:off x="4281283" y="1242367"/>
          <a:ext cx="153693" cy="471327"/>
        </a:xfrm>
        <a:custGeom>
          <a:avLst/>
          <a:gdLst/>
          <a:ahLst/>
          <a:cxnLst/>
          <a:rect l="0" t="0" r="0" b="0"/>
          <a:pathLst>
            <a:path>
              <a:moveTo>
                <a:pt x="0" y="0"/>
              </a:moveTo>
              <a:lnTo>
                <a:pt x="0" y="471327"/>
              </a:lnTo>
              <a:lnTo>
                <a:pt x="153693" y="4713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93540FD-F857-4758-808E-A1EB26CBE948}">
      <dsp:nvSpPr>
        <dsp:cNvPr id="0" name=""/>
        <dsp:cNvSpPr/>
      </dsp:nvSpPr>
      <dsp:spPr>
        <a:xfrm>
          <a:off x="3451337" y="514883"/>
          <a:ext cx="1239796" cy="215171"/>
        </a:xfrm>
        <a:custGeom>
          <a:avLst/>
          <a:gdLst/>
          <a:ahLst/>
          <a:cxnLst/>
          <a:rect l="0" t="0" r="0" b="0"/>
          <a:pathLst>
            <a:path>
              <a:moveTo>
                <a:pt x="0" y="0"/>
              </a:moveTo>
              <a:lnTo>
                <a:pt x="0" y="107585"/>
              </a:lnTo>
              <a:lnTo>
                <a:pt x="1239796" y="107585"/>
              </a:lnTo>
              <a:lnTo>
                <a:pt x="1239796" y="21517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373EFB5-AB6B-4CE6-9D90-6AFBB047CC08}">
      <dsp:nvSpPr>
        <dsp:cNvPr id="0" name=""/>
        <dsp:cNvSpPr/>
      </dsp:nvSpPr>
      <dsp:spPr>
        <a:xfrm>
          <a:off x="3041487" y="1242367"/>
          <a:ext cx="153693" cy="3381263"/>
        </a:xfrm>
        <a:custGeom>
          <a:avLst/>
          <a:gdLst/>
          <a:ahLst/>
          <a:cxnLst/>
          <a:rect l="0" t="0" r="0" b="0"/>
          <a:pathLst>
            <a:path>
              <a:moveTo>
                <a:pt x="0" y="0"/>
              </a:moveTo>
              <a:lnTo>
                <a:pt x="0" y="3381263"/>
              </a:lnTo>
              <a:lnTo>
                <a:pt x="153693" y="338126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4258FEE-002C-4177-8A25-35C399F0AA36}">
      <dsp:nvSpPr>
        <dsp:cNvPr id="0" name=""/>
        <dsp:cNvSpPr/>
      </dsp:nvSpPr>
      <dsp:spPr>
        <a:xfrm>
          <a:off x="3041487" y="1242367"/>
          <a:ext cx="153693" cy="2653779"/>
        </a:xfrm>
        <a:custGeom>
          <a:avLst/>
          <a:gdLst/>
          <a:ahLst/>
          <a:cxnLst/>
          <a:rect l="0" t="0" r="0" b="0"/>
          <a:pathLst>
            <a:path>
              <a:moveTo>
                <a:pt x="0" y="0"/>
              </a:moveTo>
              <a:lnTo>
                <a:pt x="0" y="2653779"/>
              </a:lnTo>
              <a:lnTo>
                <a:pt x="153693" y="26537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7B9B77D-0662-4571-B7B6-52BFB02E89C8}">
      <dsp:nvSpPr>
        <dsp:cNvPr id="0" name=""/>
        <dsp:cNvSpPr/>
      </dsp:nvSpPr>
      <dsp:spPr>
        <a:xfrm>
          <a:off x="3041487" y="1242367"/>
          <a:ext cx="153693" cy="1926295"/>
        </a:xfrm>
        <a:custGeom>
          <a:avLst/>
          <a:gdLst/>
          <a:ahLst/>
          <a:cxnLst/>
          <a:rect l="0" t="0" r="0" b="0"/>
          <a:pathLst>
            <a:path>
              <a:moveTo>
                <a:pt x="0" y="0"/>
              </a:moveTo>
              <a:lnTo>
                <a:pt x="0" y="1926295"/>
              </a:lnTo>
              <a:lnTo>
                <a:pt x="153693" y="192629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AA50EDE-DA2A-4007-AA90-1233B1857993}">
      <dsp:nvSpPr>
        <dsp:cNvPr id="0" name=""/>
        <dsp:cNvSpPr/>
      </dsp:nvSpPr>
      <dsp:spPr>
        <a:xfrm>
          <a:off x="3041487" y="1242367"/>
          <a:ext cx="153693" cy="1198811"/>
        </a:xfrm>
        <a:custGeom>
          <a:avLst/>
          <a:gdLst/>
          <a:ahLst/>
          <a:cxnLst/>
          <a:rect l="0" t="0" r="0" b="0"/>
          <a:pathLst>
            <a:path>
              <a:moveTo>
                <a:pt x="0" y="0"/>
              </a:moveTo>
              <a:lnTo>
                <a:pt x="0" y="1198811"/>
              </a:lnTo>
              <a:lnTo>
                <a:pt x="153693" y="119881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82FCED3-0623-436B-B46E-4A7F73C95628}">
      <dsp:nvSpPr>
        <dsp:cNvPr id="0" name=""/>
        <dsp:cNvSpPr/>
      </dsp:nvSpPr>
      <dsp:spPr>
        <a:xfrm>
          <a:off x="3041487" y="1242367"/>
          <a:ext cx="153693" cy="471327"/>
        </a:xfrm>
        <a:custGeom>
          <a:avLst/>
          <a:gdLst/>
          <a:ahLst/>
          <a:cxnLst/>
          <a:rect l="0" t="0" r="0" b="0"/>
          <a:pathLst>
            <a:path>
              <a:moveTo>
                <a:pt x="0" y="0"/>
              </a:moveTo>
              <a:lnTo>
                <a:pt x="0" y="471327"/>
              </a:lnTo>
              <a:lnTo>
                <a:pt x="153693" y="4713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BCDD902-0FB0-4247-89AF-1BA5BE1D6E13}">
      <dsp:nvSpPr>
        <dsp:cNvPr id="0" name=""/>
        <dsp:cNvSpPr/>
      </dsp:nvSpPr>
      <dsp:spPr>
        <a:xfrm>
          <a:off x="3405617" y="514883"/>
          <a:ext cx="91440" cy="215171"/>
        </a:xfrm>
        <a:custGeom>
          <a:avLst/>
          <a:gdLst/>
          <a:ahLst/>
          <a:cxnLst/>
          <a:rect l="0" t="0" r="0" b="0"/>
          <a:pathLst>
            <a:path>
              <a:moveTo>
                <a:pt x="45720" y="0"/>
              </a:moveTo>
              <a:lnTo>
                <a:pt x="45720" y="21517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DC613A4-87DB-424A-BABC-2EF56C00EA14}">
      <dsp:nvSpPr>
        <dsp:cNvPr id="0" name=""/>
        <dsp:cNvSpPr/>
      </dsp:nvSpPr>
      <dsp:spPr>
        <a:xfrm>
          <a:off x="1801690" y="1242367"/>
          <a:ext cx="153693" cy="2653779"/>
        </a:xfrm>
        <a:custGeom>
          <a:avLst/>
          <a:gdLst/>
          <a:ahLst/>
          <a:cxnLst/>
          <a:rect l="0" t="0" r="0" b="0"/>
          <a:pathLst>
            <a:path>
              <a:moveTo>
                <a:pt x="0" y="0"/>
              </a:moveTo>
              <a:lnTo>
                <a:pt x="0" y="2653779"/>
              </a:lnTo>
              <a:lnTo>
                <a:pt x="153693" y="26537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6576A39-7A7C-4552-B846-6322775063B8}">
      <dsp:nvSpPr>
        <dsp:cNvPr id="0" name=""/>
        <dsp:cNvSpPr/>
      </dsp:nvSpPr>
      <dsp:spPr>
        <a:xfrm>
          <a:off x="1801690" y="1242367"/>
          <a:ext cx="153693" cy="1926295"/>
        </a:xfrm>
        <a:custGeom>
          <a:avLst/>
          <a:gdLst/>
          <a:ahLst/>
          <a:cxnLst/>
          <a:rect l="0" t="0" r="0" b="0"/>
          <a:pathLst>
            <a:path>
              <a:moveTo>
                <a:pt x="0" y="0"/>
              </a:moveTo>
              <a:lnTo>
                <a:pt x="0" y="1926295"/>
              </a:lnTo>
              <a:lnTo>
                <a:pt x="153693" y="192629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7537B8-6586-4A68-91D2-5610C5E008CA}">
      <dsp:nvSpPr>
        <dsp:cNvPr id="0" name=""/>
        <dsp:cNvSpPr/>
      </dsp:nvSpPr>
      <dsp:spPr>
        <a:xfrm>
          <a:off x="1801690" y="1242367"/>
          <a:ext cx="153693" cy="1198811"/>
        </a:xfrm>
        <a:custGeom>
          <a:avLst/>
          <a:gdLst/>
          <a:ahLst/>
          <a:cxnLst/>
          <a:rect l="0" t="0" r="0" b="0"/>
          <a:pathLst>
            <a:path>
              <a:moveTo>
                <a:pt x="0" y="0"/>
              </a:moveTo>
              <a:lnTo>
                <a:pt x="0" y="1198811"/>
              </a:lnTo>
              <a:lnTo>
                <a:pt x="153693" y="119881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8068BFD-BC16-42FA-AD74-45280EABA48B}">
      <dsp:nvSpPr>
        <dsp:cNvPr id="0" name=""/>
        <dsp:cNvSpPr/>
      </dsp:nvSpPr>
      <dsp:spPr>
        <a:xfrm>
          <a:off x="1801690" y="1242367"/>
          <a:ext cx="153693" cy="471327"/>
        </a:xfrm>
        <a:custGeom>
          <a:avLst/>
          <a:gdLst/>
          <a:ahLst/>
          <a:cxnLst/>
          <a:rect l="0" t="0" r="0" b="0"/>
          <a:pathLst>
            <a:path>
              <a:moveTo>
                <a:pt x="0" y="0"/>
              </a:moveTo>
              <a:lnTo>
                <a:pt x="0" y="471327"/>
              </a:lnTo>
              <a:lnTo>
                <a:pt x="153693" y="4713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C4DCF8F-7A20-4822-A213-EBA1FACFFB71}">
      <dsp:nvSpPr>
        <dsp:cNvPr id="0" name=""/>
        <dsp:cNvSpPr/>
      </dsp:nvSpPr>
      <dsp:spPr>
        <a:xfrm>
          <a:off x="2211540" y="514883"/>
          <a:ext cx="1239796" cy="215171"/>
        </a:xfrm>
        <a:custGeom>
          <a:avLst/>
          <a:gdLst/>
          <a:ahLst/>
          <a:cxnLst/>
          <a:rect l="0" t="0" r="0" b="0"/>
          <a:pathLst>
            <a:path>
              <a:moveTo>
                <a:pt x="1239796" y="0"/>
              </a:moveTo>
              <a:lnTo>
                <a:pt x="1239796" y="107585"/>
              </a:lnTo>
              <a:lnTo>
                <a:pt x="0" y="107585"/>
              </a:lnTo>
              <a:lnTo>
                <a:pt x="0" y="21517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F9DA5FF-6DC9-4930-A060-017B49D7EE01}">
      <dsp:nvSpPr>
        <dsp:cNvPr id="0" name=""/>
        <dsp:cNvSpPr/>
      </dsp:nvSpPr>
      <dsp:spPr>
        <a:xfrm>
          <a:off x="561894" y="1242367"/>
          <a:ext cx="153693" cy="1926295"/>
        </a:xfrm>
        <a:custGeom>
          <a:avLst/>
          <a:gdLst/>
          <a:ahLst/>
          <a:cxnLst/>
          <a:rect l="0" t="0" r="0" b="0"/>
          <a:pathLst>
            <a:path>
              <a:moveTo>
                <a:pt x="0" y="0"/>
              </a:moveTo>
              <a:lnTo>
                <a:pt x="0" y="1926295"/>
              </a:lnTo>
              <a:lnTo>
                <a:pt x="153693" y="192629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B9FF73E-8F96-43A3-974E-D4791F7B7F66}">
      <dsp:nvSpPr>
        <dsp:cNvPr id="0" name=""/>
        <dsp:cNvSpPr/>
      </dsp:nvSpPr>
      <dsp:spPr>
        <a:xfrm>
          <a:off x="561894" y="1242367"/>
          <a:ext cx="153693" cy="1198811"/>
        </a:xfrm>
        <a:custGeom>
          <a:avLst/>
          <a:gdLst/>
          <a:ahLst/>
          <a:cxnLst/>
          <a:rect l="0" t="0" r="0" b="0"/>
          <a:pathLst>
            <a:path>
              <a:moveTo>
                <a:pt x="0" y="0"/>
              </a:moveTo>
              <a:lnTo>
                <a:pt x="0" y="1198811"/>
              </a:lnTo>
              <a:lnTo>
                <a:pt x="153693" y="119881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F03FFE3-F36D-44C2-8C33-0F9D35D949C7}">
      <dsp:nvSpPr>
        <dsp:cNvPr id="0" name=""/>
        <dsp:cNvSpPr/>
      </dsp:nvSpPr>
      <dsp:spPr>
        <a:xfrm>
          <a:off x="561894" y="1242367"/>
          <a:ext cx="153693" cy="471327"/>
        </a:xfrm>
        <a:custGeom>
          <a:avLst/>
          <a:gdLst/>
          <a:ahLst/>
          <a:cxnLst/>
          <a:rect l="0" t="0" r="0" b="0"/>
          <a:pathLst>
            <a:path>
              <a:moveTo>
                <a:pt x="0" y="0"/>
              </a:moveTo>
              <a:lnTo>
                <a:pt x="0" y="471327"/>
              </a:lnTo>
              <a:lnTo>
                <a:pt x="153693" y="4713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679E9CD-4AFC-446D-91D5-447A6CE91972}">
      <dsp:nvSpPr>
        <dsp:cNvPr id="0" name=""/>
        <dsp:cNvSpPr/>
      </dsp:nvSpPr>
      <dsp:spPr>
        <a:xfrm>
          <a:off x="971744" y="514883"/>
          <a:ext cx="2479592" cy="215171"/>
        </a:xfrm>
        <a:custGeom>
          <a:avLst/>
          <a:gdLst/>
          <a:ahLst/>
          <a:cxnLst/>
          <a:rect l="0" t="0" r="0" b="0"/>
          <a:pathLst>
            <a:path>
              <a:moveTo>
                <a:pt x="2479592" y="0"/>
              </a:moveTo>
              <a:lnTo>
                <a:pt x="2479592" y="107585"/>
              </a:lnTo>
              <a:lnTo>
                <a:pt x="0" y="107585"/>
              </a:lnTo>
              <a:lnTo>
                <a:pt x="0" y="21517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D03A757-EF88-43A7-9F7C-5DA7F0745A09}">
      <dsp:nvSpPr>
        <dsp:cNvPr id="0" name=""/>
        <dsp:cNvSpPr/>
      </dsp:nvSpPr>
      <dsp:spPr>
        <a:xfrm>
          <a:off x="2939024" y="2570"/>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CL" sz="1200" kern="1200" dirty="0"/>
            <a:t>Sistema de Control</a:t>
          </a:r>
        </a:p>
      </dsp:txBody>
      <dsp:txXfrm>
        <a:off x="2939024" y="2570"/>
        <a:ext cx="1024625" cy="512312"/>
      </dsp:txXfrm>
    </dsp:sp>
    <dsp:sp modelId="{20DC4705-0BE0-4F56-A8EB-15716E0D1985}">
      <dsp:nvSpPr>
        <dsp:cNvPr id="0" name=""/>
        <dsp:cNvSpPr/>
      </dsp:nvSpPr>
      <dsp:spPr>
        <a:xfrm>
          <a:off x="459431" y="730054"/>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CL" sz="1200" kern="1200" dirty="0"/>
            <a:t>Análisis</a:t>
          </a:r>
        </a:p>
      </dsp:txBody>
      <dsp:txXfrm>
        <a:off x="459431" y="730054"/>
        <a:ext cx="1024625" cy="512312"/>
      </dsp:txXfrm>
    </dsp:sp>
    <dsp:sp modelId="{6A3A00ED-9A26-4566-A19B-0720E9A8D996}">
      <dsp:nvSpPr>
        <dsp:cNvPr id="0" name=""/>
        <dsp:cNvSpPr/>
      </dsp:nvSpPr>
      <dsp:spPr>
        <a:xfrm>
          <a:off x="715588" y="1457538"/>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Encuestas</a:t>
          </a:r>
          <a:endParaRPr lang="es-CL" sz="1200" kern="1200" dirty="0"/>
        </a:p>
      </dsp:txBody>
      <dsp:txXfrm>
        <a:off x="715588" y="1457538"/>
        <a:ext cx="1024625" cy="512312"/>
      </dsp:txXfrm>
    </dsp:sp>
    <dsp:sp modelId="{FA1AC1A9-3BA1-44D4-BFD2-6CB055A2C645}">
      <dsp:nvSpPr>
        <dsp:cNvPr id="0" name=""/>
        <dsp:cNvSpPr/>
      </dsp:nvSpPr>
      <dsp:spPr>
        <a:xfrm>
          <a:off x="715588" y="2185022"/>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Levantamiento de información</a:t>
          </a:r>
          <a:endParaRPr lang="es-CL" sz="1200" kern="1200" dirty="0"/>
        </a:p>
      </dsp:txBody>
      <dsp:txXfrm>
        <a:off x="715588" y="2185022"/>
        <a:ext cx="1024625" cy="512312"/>
      </dsp:txXfrm>
    </dsp:sp>
    <dsp:sp modelId="{CFF750AF-06F8-43F7-A532-2D6B2745D734}">
      <dsp:nvSpPr>
        <dsp:cNvPr id="0" name=""/>
        <dsp:cNvSpPr/>
      </dsp:nvSpPr>
      <dsp:spPr>
        <a:xfrm>
          <a:off x="715588" y="2912506"/>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Identificación de debilidades</a:t>
          </a:r>
          <a:endParaRPr lang="es-CL" sz="1200" kern="1200" dirty="0"/>
        </a:p>
      </dsp:txBody>
      <dsp:txXfrm>
        <a:off x="715588" y="2912506"/>
        <a:ext cx="1024625" cy="512312"/>
      </dsp:txXfrm>
    </dsp:sp>
    <dsp:sp modelId="{CD015E9C-FCAA-46BE-87DA-61A66974C975}">
      <dsp:nvSpPr>
        <dsp:cNvPr id="0" name=""/>
        <dsp:cNvSpPr/>
      </dsp:nvSpPr>
      <dsp:spPr>
        <a:xfrm>
          <a:off x="1699228" y="730054"/>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CL" sz="1200" kern="1200" dirty="0"/>
            <a:t>Diseño</a:t>
          </a:r>
        </a:p>
      </dsp:txBody>
      <dsp:txXfrm>
        <a:off x="1699228" y="730054"/>
        <a:ext cx="1024625" cy="512312"/>
      </dsp:txXfrm>
    </dsp:sp>
    <dsp:sp modelId="{6BEB21F4-D0DD-45C2-8926-987EEC5E49D7}">
      <dsp:nvSpPr>
        <dsp:cNvPr id="0" name=""/>
        <dsp:cNvSpPr/>
      </dsp:nvSpPr>
      <dsp:spPr>
        <a:xfrm>
          <a:off x="1955384" y="1457538"/>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Requerimientos Funcionales</a:t>
          </a:r>
          <a:endParaRPr lang="es-CL" sz="1200" kern="1200" dirty="0"/>
        </a:p>
      </dsp:txBody>
      <dsp:txXfrm>
        <a:off x="1955384" y="1457538"/>
        <a:ext cx="1024625" cy="512312"/>
      </dsp:txXfrm>
    </dsp:sp>
    <dsp:sp modelId="{AC64D9FE-D330-4C58-BAA8-D4A4AC66C5DB}">
      <dsp:nvSpPr>
        <dsp:cNvPr id="0" name=""/>
        <dsp:cNvSpPr/>
      </dsp:nvSpPr>
      <dsp:spPr>
        <a:xfrm>
          <a:off x="1955384" y="2185022"/>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Modelo de datos</a:t>
          </a:r>
          <a:endParaRPr lang="es-CL" sz="1200" kern="1200" dirty="0"/>
        </a:p>
      </dsp:txBody>
      <dsp:txXfrm>
        <a:off x="1955384" y="2185022"/>
        <a:ext cx="1024625" cy="512312"/>
      </dsp:txXfrm>
    </dsp:sp>
    <dsp:sp modelId="{C01E5C9A-854C-44BC-954C-A2A88D87C11C}">
      <dsp:nvSpPr>
        <dsp:cNvPr id="0" name=""/>
        <dsp:cNvSpPr/>
      </dsp:nvSpPr>
      <dsp:spPr>
        <a:xfrm>
          <a:off x="1955384" y="2912506"/>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Arquitectura del sistema</a:t>
          </a:r>
          <a:endParaRPr lang="es-CL" sz="1200" kern="1200" dirty="0"/>
        </a:p>
      </dsp:txBody>
      <dsp:txXfrm>
        <a:off x="1955384" y="2912506"/>
        <a:ext cx="1024625" cy="512312"/>
      </dsp:txXfrm>
    </dsp:sp>
    <dsp:sp modelId="{60C77DAD-FBB0-4663-AE35-7AAF2D9193DC}">
      <dsp:nvSpPr>
        <dsp:cNvPr id="0" name=""/>
        <dsp:cNvSpPr/>
      </dsp:nvSpPr>
      <dsp:spPr>
        <a:xfrm>
          <a:off x="1955384" y="3639989"/>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Flujo AS-IS &amp;</a:t>
          </a:r>
        </a:p>
        <a:p>
          <a:pPr marL="0" lvl="0" indent="0" algn="ctr" defTabSz="533400">
            <a:lnSpc>
              <a:spcPct val="90000"/>
            </a:lnSpc>
            <a:spcBef>
              <a:spcPct val="0"/>
            </a:spcBef>
            <a:spcAft>
              <a:spcPct val="35000"/>
            </a:spcAft>
            <a:buNone/>
          </a:pPr>
          <a:r>
            <a:rPr lang="es-MX" sz="1200" kern="1200" dirty="0"/>
            <a:t>TO-BE</a:t>
          </a:r>
          <a:endParaRPr lang="es-CL" sz="1200" kern="1200" dirty="0"/>
        </a:p>
      </dsp:txBody>
      <dsp:txXfrm>
        <a:off x="1955384" y="3639989"/>
        <a:ext cx="1024625" cy="512312"/>
      </dsp:txXfrm>
    </dsp:sp>
    <dsp:sp modelId="{2873C7D8-7CCC-4850-B90E-C525EFB3BDBF}">
      <dsp:nvSpPr>
        <dsp:cNvPr id="0" name=""/>
        <dsp:cNvSpPr/>
      </dsp:nvSpPr>
      <dsp:spPr>
        <a:xfrm>
          <a:off x="2939024" y="730054"/>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CL" sz="1200" kern="1200" dirty="0"/>
            <a:t>Desarrollo (MVP)</a:t>
          </a:r>
        </a:p>
      </dsp:txBody>
      <dsp:txXfrm>
        <a:off x="2939024" y="730054"/>
        <a:ext cx="1024625" cy="512312"/>
      </dsp:txXfrm>
    </dsp:sp>
    <dsp:sp modelId="{BBBBDC89-AB32-4363-A575-06C564BB4BAE}">
      <dsp:nvSpPr>
        <dsp:cNvPr id="0" name=""/>
        <dsp:cNvSpPr/>
      </dsp:nvSpPr>
      <dsp:spPr>
        <a:xfrm>
          <a:off x="3195181" y="1457538"/>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Registro de eventos</a:t>
          </a:r>
          <a:endParaRPr lang="es-CL" sz="1200" kern="1200" dirty="0"/>
        </a:p>
      </dsp:txBody>
      <dsp:txXfrm>
        <a:off x="3195181" y="1457538"/>
        <a:ext cx="1024625" cy="512312"/>
      </dsp:txXfrm>
    </dsp:sp>
    <dsp:sp modelId="{B1DB2B14-2BA3-4F98-9E1A-8657561B9F2D}">
      <dsp:nvSpPr>
        <dsp:cNvPr id="0" name=""/>
        <dsp:cNvSpPr/>
      </dsp:nvSpPr>
      <dsp:spPr>
        <a:xfrm>
          <a:off x="3195181" y="2185022"/>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Validación de identidad</a:t>
          </a:r>
          <a:endParaRPr lang="es-CL" sz="1200" kern="1200" dirty="0"/>
        </a:p>
      </dsp:txBody>
      <dsp:txXfrm>
        <a:off x="3195181" y="2185022"/>
        <a:ext cx="1024625" cy="512312"/>
      </dsp:txXfrm>
    </dsp:sp>
    <dsp:sp modelId="{5613C28A-2662-4696-8CA3-C494A349EBF1}">
      <dsp:nvSpPr>
        <dsp:cNvPr id="0" name=""/>
        <dsp:cNvSpPr/>
      </dsp:nvSpPr>
      <dsp:spPr>
        <a:xfrm>
          <a:off x="3195181" y="2912506"/>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Gestión de estudiantes</a:t>
          </a:r>
          <a:endParaRPr lang="es-CL" sz="1200" kern="1200" dirty="0"/>
        </a:p>
      </dsp:txBody>
      <dsp:txXfrm>
        <a:off x="3195181" y="2912506"/>
        <a:ext cx="1024625" cy="512312"/>
      </dsp:txXfrm>
    </dsp:sp>
    <dsp:sp modelId="{19B545B8-4F26-4169-A2C3-CE5E8D960506}">
      <dsp:nvSpPr>
        <dsp:cNvPr id="0" name=""/>
        <dsp:cNvSpPr/>
      </dsp:nvSpPr>
      <dsp:spPr>
        <a:xfrm>
          <a:off x="3195181" y="3639989"/>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Gestión de apoderados</a:t>
          </a:r>
          <a:endParaRPr lang="es-CL" sz="1200" kern="1200" dirty="0"/>
        </a:p>
      </dsp:txBody>
      <dsp:txXfrm>
        <a:off x="3195181" y="3639989"/>
        <a:ext cx="1024625" cy="512312"/>
      </dsp:txXfrm>
    </dsp:sp>
    <dsp:sp modelId="{FBE8A3E0-6F2D-4E30-8737-35818B006EE0}">
      <dsp:nvSpPr>
        <dsp:cNvPr id="0" name=""/>
        <dsp:cNvSpPr/>
      </dsp:nvSpPr>
      <dsp:spPr>
        <a:xfrm>
          <a:off x="3195181" y="4367473"/>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Interfaz de usuarios</a:t>
          </a:r>
          <a:endParaRPr lang="es-CL" sz="1200" kern="1200" dirty="0"/>
        </a:p>
      </dsp:txBody>
      <dsp:txXfrm>
        <a:off x="3195181" y="4367473"/>
        <a:ext cx="1024625" cy="512312"/>
      </dsp:txXfrm>
    </dsp:sp>
    <dsp:sp modelId="{2AC07630-74D3-4BCE-83CD-2251CBA3F8F8}">
      <dsp:nvSpPr>
        <dsp:cNvPr id="0" name=""/>
        <dsp:cNvSpPr/>
      </dsp:nvSpPr>
      <dsp:spPr>
        <a:xfrm>
          <a:off x="4178821" y="730054"/>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CL" sz="1200" kern="1200" dirty="0"/>
            <a:t>Pruebas</a:t>
          </a:r>
        </a:p>
      </dsp:txBody>
      <dsp:txXfrm>
        <a:off x="4178821" y="730054"/>
        <a:ext cx="1024625" cy="512312"/>
      </dsp:txXfrm>
    </dsp:sp>
    <dsp:sp modelId="{E8466326-836B-4304-9640-06DB099CC683}">
      <dsp:nvSpPr>
        <dsp:cNvPr id="0" name=""/>
        <dsp:cNvSpPr/>
      </dsp:nvSpPr>
      <dsp:spPr>
        <a:xfrm>
          <a:off x="4434977" y="1457538"/>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Identificación de escenarios</a:t>
          </a:r>
          <a:endParaRPr lang="es-CL" sz="1200" kern="1200" dirty="0"/>
        </a:p>
      </dsp:txBody>
      <dsp:txXfrm>
        <a:off x="4434977" y="1457538"/>
        <a:ext cx="1024625" cy="512312"/>
      </dsp:txXfrm>
    </dsp:sp>
    <dsp:sp modelId="{FB0BAC78-E5D5-4343-97D6-CEA87C7693A0}">
      <dsp:nvSpPr>
        <dsp:cNvPr id="0" name=""/>
        <dsp:cNvSpPr/>
      </dsp:nvSpPr>
      <dsp:spPr>
        <a:xfrm>
          <a:off x="4434977" y="2185022"/>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Diseño de escenarios</a:t>
          </a:r>
          <a:endParaRPr lang="es-CL" sz="1200" kern="1200" dirty="0"/>
        </a:p>
      </dsp:txBody>
      <dsp:txXfrm>
        <a:off x="4434977" y="2185022"/>
        <a:ext cx="1024625" cy="512312"/>
      </dsp:txXfrm>
    </dsp:sp>
    <dsp:sp modelId="{AA8A91F3-DFAC-4EED-BC26-C3EA01F62171}">
      <dsp:nvSpPr>
        <dsp:cNvPr id="0" name=""/>
        <dsp:cNvSpPr/>
      </dsp:nvSpPr>
      <dsp:spPr>
        <a:xfrm>
          <a:off x="4434977" y="2912506"/>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Validación de flujos</a:t>
          </a:r>
          <a:endParaRPr lang="es-CL" sz="1200" kern="1200" dirty="0"/>
        </a:p>
      </dsp:txBody>
      <dsp:txXfrm>
        <a:off x="4434977" y="2912506"/>
        <a:ext cx="1024625" cy="512312"/>
      </dsp:txXfrm>
    </dsp:sp>
    <dsp:sp modelId="{39C4A32A-DFF5-4E80-B1C6-184330661942}">
      <dsp:nvSpPr>
        <dsp:cNvPr id="0" name=""/>
        <dsp:cNvSpPr/>
      </dsp:nvSpPr>
      <dsp:spPr>
        <a:xfrm>
          <a:off x="4434977" y="3639989"/>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Revisión de evidencias</a:t>
          </a:r>
          <a:endParaRPr lang="es-CL" sz="1200" kern="1200" dirty="0"/>
        </a:p>
      </dsp:txBody>
      <dsp:txXfrm>
        <a:off x="4434977" y="3639989"/>
        <a:ext cx="1024625" cy="512312"/>
      </dsp:txXfrm>
    </dsp:sp>
    <dsp:sp modelId="{B765784F-5373-4D50-8BA3-98B66F518E6C}">
      <dsp:nvSpPr>
        <dsp:cNvPr id="0" name=""/>
        <dsp:cNvSpPr/>
      </dsp:nvSpPr>
      <dsp:spPr>
        <a:xfrm>
          <a:off x="5418617" y="730054"/>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CL" sz="1200" kern="1200" dirty="0"/>
            <a:t>Cierre</a:t>
          </a:r>
        </a:p>
      </dsp:txBody>
      <dsp:txXfrm>
        <a:off x="5418617" y="730054"/>
        <a:ext cx="1024625" cy="512312"/>
      </dsp:txXfrm>
    </dsp:sp>
    <dsp:sp modelId="{7A9B3B75-5AC7-4B6E-AA7A-69A877E863B5}">
      <dsp:nvSpPr>
        <dsp:cNvPr id="0" name=""/>
        <dsp:cNvSpPr/>
      </dsp:nvSpPr>
      <dsp:spPr>
        <a:xfrm>
          <a:off x="5674773" y="1457538"/>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Documentación</a:t>
          </a:r>
          <a:endParaRPr lang="es-CL" sz="1200" kern="1200" dirty="0"/>
        </a:p>
      </dsp:txBody>
      <dsp:txXfrm>
        <a:off x="5674773" y="1457538"/>
        <a:ext cx="1024625" cy="512312"/>
      </dsp:txXfrm>
    </dsp:sp>
    <dsp:sp modelId="{0125F4C8-E78F-4982-AC2F-C641341AC479}">
      <dsp:nvSpPr>
        <dsp:cNvPr id="0" name=""/>
        <dsp:cNvSpPr/>
      </dsp:nvSpPr>
      <dsp:spPr>
        <a:xfrm>
          <a:off x="5674773" y="2185022"/>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Presentación</a:t>
          </a:r>
          <a:endParaRPr lang="es-CL" sz="1200" kern="1200" dirty="0"/>
        </a:p>
      </dsp:txBody>
      <dsp:txXfrm>
        <a:off x="5674773" y="2185022"/>
        <a:ext cx="1024625" cy="512312"/>
      </dsp:txXfrm>
    </dsp:sp>
    <dsp:sp modelId="{0E739A8F-E22F-469C-9C48-C97717EBFE4C}">
      <dsp:nvSpPr>
        <dsp:cNvPr id="0" name=""/>
        <dsp:cNvSpPr/>
      </dsp:nvSpPr>
      <dsp:spPr>
        <a:xfrm>
          <a:off x="5674773" y="2912506"/>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Demo de Producto</a:t>
          </a:r>
          <a:endParaRPr lang="es-CL" sz="1200" kern="1200" dirty="0"/>
        </a:p>
      </dsp:txBody>
      <dsp:txXfrm>
        <a:off x="5674773" y="2912506"/>
        <a:ext cx="1024625" cy="512312"/>
      </dsp:txXfrm>
    </dsp:sp>
    <dsp:sp modelId="{B752284B-44F0-4ADF-8E80-5B36D4AFE69A}">
      <dsp:nvSpPr>
        <dsp:cNvPr id="0" name=""/>
        <dsp:cNvSpPr/>
      </dsp:nvSpPr>
      <dsp:spPr>
        <a:xfrm>
          <a:off x="5674773" y="3639989"/>
          <a:ext cx="1024625" cy="5123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Control de cambios</a:t>
          </a:r>
          <a:endParaRPr lang="es-CL" sz="1200" kern="1200" dirty="0"/>
        </a:p>
      </dsp:txBody>
      <dsp:txXfrm>
        <a:off x="5674773" y="3639989"/>
        <a:ext cx="1024625" cy="5123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FD7561-38C0-44A1-9900-18E0910F2886}">
      <dsp:nvSpPr>
        <dsp:cNvPr id="0" name=""/>
        <dsp:cNvSpPr/>
      </dsp:nvSpPr>
      <dsp:spPr>
        <a:xfrm>
          <a:off x="339006" y="48321"/>
          <a:ext cx="7999261" cy="1163316"/>
        </a:xfrm>
        <a:prstGeom prst="rightArrow">
          <a:avLst>
            <a:gd name="adj1" fmla="val 50000"/>
            <a:gd name="adj2" fmla="val 5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254000" bIns="184677" numCol="1" spcCol="1270" anchor="ctr" anchorCtr="0">
          <a:noAutofit/>
        </a:bodyPr>
        <a:lstStyle/>
        <a:p>
          <a:pPr marL="0" lvl="0" indent="0" algn="l" defTabSz="977900">
            <a:lnSpc>
              <a:spcPct val="90000"/>
            </a:lnSpc>
            <a:spcBef>
              <a:spcPct val="0"/>
            </a:spcBef>
            <a:spcAft>
              <a:spcPct val="35000"/>
            </a:spcAft>
            <a:buNone/>
          </a:pPr>
          <a:r>
            <a:rPr lang="es-CL" sz="2200" kern="1200" dirty="0"/>
            <a:t>Fase inicial</a:t>
          </a:r>
        </a:p>
      </dsp:txBody>
      <dsp:txXfrm>
        <a:off x="339006" y="339150"/>
        <a:ext cx="7708432" cy="581658"/>
      </dsp:txXfrm>
    </dsp:sp>
    <dsp:sp modelId="{9948CF58-FB81-4287-B843-AFD389FC4151}">
      <dsp:nvSpPr>
        <dsp:cNvPr id="0" name=""/>
        <dsp:cNvSpPr/>
      </dsp:nvSpPr>
      <dsp:spPr>
        <a:xfrm>
          <a:off x="339006" y="943905"/>
          <a:ext cx="1478423" cy="2136036"/>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Font typeface="Arial" panose="020B0604020202020204" pitchFamily="34" charset="0"/>
            <a:buNone/>
          </a:pPr>
          <a:r>
            <a:rPr lang="es-CL" sz="1600" kern="1200" dirty="0"/>
            <a:t>Backlog</a:t>
          </a:r>
        </a:p>
        <a:p>
          <a:pPr marL="0" lvl="0" indent="0" algn="l" defTabSz="711200">
            <a:lnSpc>
              <a:spcPct val="90000"/>
            </a:lnSpc>
            <a:spcBef>
              <a:spcPct val="0"/>
            </a:spcBef>
            <a:spcAft>
              <a:spcPct val="35000"/>
            </a:spcAft>
            <a:buFont typeface="Arial" panose="020B0604020202020204" pitchFamily="34" charset="0"/>
            <a:buNone/>
          </a:pPr>
          <a:r>
            <a:rPr lang="es-CL" sz="1600" kern="1200" dirty="0"/>
            <a:t>Identificación de requerimientos</a:t>
          </a:r>
        </a:p>
        <a:p>
          <a:pPr marL="0" lvl="0" indent="0" algn="l" defTabSz="711200">
            <a:lnSpc>
              <a:spcPct val="90000"/>
            </a:lnSpc>
            <a:spcBef>
              <a:spcPct val="0"/>
            </a:spcBef>
            <a:spcAft>
              <a:spcPct val="35000"/>
            </a:spcAft>
            <a:buFont typeface="Arial" panose="020B0604020202020204" pitchFamily="34" charset="0"/>
            <a:buNone/>
          </a:pPr>
          <a:r>
            <a:rPr lang="es-CL" sz="1600" kern="1200" dirty="0"/>
            <a:t>Levantamiento de información</a:t>
          </a:r>
        </a:p>
      </dsp:txBody>
      <dsp:txXfrm>
        <a:off x="339006" y="943905"/>
        <a:ext cx="1478423" cy="2136036"/>
      </dsp:txXfrm>
    </dsp:sp>
    <dsp:sp modelId="{27C41D38-7E23-4C16-BBF2-FFE5262149A7}">
      <dsp:nvSpPr>
        <dsp:cNvPr id="0" name=""/>
        <dsp:cNvSpPr/>
      </dsp:nvSpPr>
      <dsp:spPr>
        <a:xfrm>
          <a:off x="1817270" y="436243"/>
          <a:ext cx="6520997" cy="1163316"/>
        </a:xfrm>
        <a:prstGeom prst="rightArrow">
          <a:avLst>
            <a:gd name="adj1" fmla="val 50000"/>
            <a:gd name="adj2" fmla="val 5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254000" bIns="184677" numCol="1" spcCol="1270" anchor="ctr" anchorCtr="0">
          <a:noAutofit/>
        </a:bodyPr>
        <a:lstStyle/>
        <a:p>
          <a:pPr marL="0" lvl="0" indent="0" algn="l" defTabSz="977900">
            <a:lnSpc>
              <a:spcPct val="90000"/>
            </a:lnSpc>
            <a:spcBef>
              <a:spcPct val="0"/>
            </a:spcBef>
            <a:spcAft>
              <a:spcPct val="35000"/>
            </a:spcAft>
            <a:buNone/>
          </a:pPr>
          <a:r>
            <a:rPr lang="es-CL" sz="2200" kern="1200" dirty="0"/>
            <a:t>Preparación</a:t>
          </a:r>
        </a:p>
      </dsp:txBody>
      <dsp:txXfrm>
        <a:off x="1817270" y="727072"/>
        <a:ext cx="6230168" cy="581658"/>
      </dsp:txXfrm>
    </dsp:sp>
    <dsp:sp modelId="{885C846C-0E88-438B-976A-1D44FD3DD003}">
      <dsp:nvSpPr>
        <dsp:cNvPr id="0" name=""/>
        <dsp:cNvSpPr/>
      </dsp:nvSpPr>
      <dsp:spPr>
        <a:xfrm>
          <a:off x="1817270" y="1331826"/>
          <a:ext cx="1478423" cy="2136036"/>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CL" sz="1600" kern="1200" dirty="0"/>
            <a:t>Refinamiento</a:t>
          </a:r>
        </a:p>
        <a:p>
          <a:pPr marL="0" lvl="0" indent="0" algn="l" defTabSz="711200">
            <a:lnSpc>
              <a:spcPct val="90000"/>
            </a:lnSpc>
            <a:spcBef>
              <a:spcPct val="0"/>
            </a:spcBef>
            <a:spcAft>
              <a:spcPct val="35000"/>
            </a:spcAft>
            <a:buNone/>
          </a:pPr>
          <a:r>
            <a:rPr lang="es-CL" sz="1600" kern="1200" dirty="0"/>
            <a:t>Priorización</a:t>
          </a:r>
        </a:p>
        <a:p>
          <a:pPr marL="0" lvl="0" indent="0" algn="l" defTabSz="711200">
            <a:lnSpc>
              <a:spcPct val="90000"/>
            </a:lnSpc>
            <a:spcBef>
              <a:spcPct val="0"/>
            </a:spcBef>
            <a:spcAft>
              <a:spcPct val="35000"/>
            </a:spcAft>
            <a:buNone/>
          </a:pPr>
          <a:r>
            <a:rPr lang="es-MX" sz="1600" kern="1200" dirty="0"/>
            <a:t>Análisis de tareas de sistema</a:t>
          </a:r>
          <a:endParaRPr lang="es-CL" sz="1600" kern="1200" dirty="0"/>
        </a:p>
      </dsp:txBody>
      <dsp:txXfrm>
        <a:off x="1817270" y="1331826"/>
        <a:ext cx="1478423" cy="2136036"/>
      </dsp:txXfrm>
    </dsp:sp>
    <dsp:sp modelId="{CE9270CB-D9C7-4C0C-A27C-1167089C2BAA}">
      <dsp:nvSpPr>
        <dsp:cNvPr id="0" name=""/>
        <dsp:cNvSpPr/>
      </dsp:nvSpPr>
      <dsp:spPr>
        <a:xfrm>
          <a:off x="3295533" y="824164"/>
          <a:ext cx="5042734" cy="1163316"/>
        </a:xfrm>
        <a:prstGeom prst="rightArrow">
          <a:avLst>
            <a:gd name="adj1" fmla="val 50000"/>
            <a:gd name="adj2" fmla="val 5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254000" bIns="184677" numCol="1" spcCol="1270" anchor="ctr" anchorCtr="0">
          <a:noAutofit/>
        </a:bodyPr>
        <a:lstStyle/>
        <a:p>
          <a:pPr marL="0" lvl="0" indent="0" algn="l" defTabSz="977900">
            <a:lnSpc>
              <a:spcPct val="90000"/>
            </a:lnSpc>
            <a:spcBef>
              <a:spcPct val="0"/>
            </a:spcBef>
            <a:spcAft>
              <a:spcPct val="35000"/>
            </a:spcAft>
            <a:buNone/>
          </a:pPr>
          <a:r>
            <a:rPr lang="es-CL" sz="2200" kern="1200" dirty="0"/>
            <a:t>Construcción</a:t>
          </a:r>
        </a:p>
      </dsp:txBody>
      <dsp:txXfrm>
        <a:off x="3295533" y="1114993"/>
        <a:ext cx="4751905" cy="581658"/>
      </dsp:txXfrm>
    </dsp:sp>
    <dsp:sp modelId="{F750A379-1266-4DBD-B849-693381D68FAF}">
      <dsp:nvSpPr>
        <dsp:cNvPr id="0" name=""/>
        <dsp:cNvSpPr/>
      </dsp:nvSpPr>
      <dsp:spPr>
        <a:xfrm>
          <a:off x="3295533" y="1719748"/>
          <a:ext cx="1478423" cy="2136036"/>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MX" sz="1600" kern="1200" dirty="0"/>
            <a:t>Desarrollo</a:t>
          </a:r>
          <a:endParaRPr lang="es-CL" sz="1600" kern="1200" dirty="0"/>
        </a:p>
        <a:p>
          <a:pPr marL="0" lvl="0" indent="0" algn="l" defTabSz="711200">
            <a:lnSpc>
              <a:spcPct val="90000"/>
            </a:lnSpc>
            <a:spcBef>
              <a:spcPct val="0"/>
            </a:spcBef>
            <a:spcAft>
              <a:spcPct val="35000"/>
            </a:spcAft>
            <a:buNone/>
          </a:pPr>
          <a:r>
            <a:rPr lang="es-MX" sz="1600" kern="1200" dirty="0"/>
            <a:t>Implementación de MVP y funcionalidades clave</a:t>
          </a:r>
          <a:endParaRPr lang="es-CL" sz="1600" kern="1200" dirty="0"/>
        </a:p>
      </dsp:txBody>
      <dsp:txXfrm>
        <a:off x="3295533" y="1719748"/>
        <a:ext cx="1478423" cy="2136036"/>
      </dsp:txXfrm>
    </dsp:sp>
    <dsp:sp modelId="{A83FA950-9179-4265-9FA1-4B4341C6E346}">
      <dsp:nvSpPr>
        <dsp:cNvPr id="0" name=""/>
        <dsp:cNvSpPr/>
      </dsp:nvSpPr>
      <dsp:spPr>
        <a:xfrm>
          <a:off x="4774597" y="1212086"/>
          <a:ext cx="3563670" cy="1163316"/>
        </a:xfrm>
        <a:prstGeom prst="rightArrow">
          <a:avLst>
            <a:gd name="adj1" fmla="val 50000"/>
            <a:gd name="adj2" fmla="val 5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254000" bIns="184677" numCol="1" spcCol="1270" anchor="ctr" anchorCtr="0">
          <a:noAutofit/>
        </a:bodyPr>
        <a:lstStyle/>
        <a:p>
          <a:pPr marL="0" lvl="0" indent="0" algn="l" defTabSz="977900">
            <a:lnSpc>
              <a:spcPct val="90000"/>
            </a:lnSpc>
            <a:spcBef>
              <a:spcPct val="0"/>
            </a:spcBef>
            <a:spcAft>
              <a:spcPct val="35000"/>
            </a:spcAft>
            <a:buNone/>
          </a:pPr>
          <a:r>
            <a:rPr lang="es-CL" sz="2200" kern="1200" dirty="0"/>
            <a:t>Desarrollo</a:t>
          </a:r>
        </a:p>
      </dsp:txBody>
      <dsp:txXfrm>
        <a:off x="4774597" y="1502915"/>
        <a:ext cx="3272841" cy="581658"/>
      </dsp:txXfrm>
    </dsp:sp>
    <dsp:sp modelId="{42F6378C-1297-4A9E-9A1D-0E78D73C99B9}">
      <dsp:nvSpPr>
        <dsp:cNvPr id="0" name=""/>
        <dsp:cNvSpPr/>
      </dsp:nvSpPr>
      <dsp:spPr>
        <a:xfrm>
          <a:off x="4774597" y="2107670"/>
          <a:ext cx="1478423" cy="2136036"/>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CL" sz="1600" kern="1200" dirty="0"/>
            <a:t>Implementación del MVP y funcionalidades clave</a:t>
          </a:r>
        </a:p>
      </dsp:txBody>
      <dsp:txXfrm>
        <a:off x="4774597" y="2107670"/>
        <a:ext cx="1478423" cy="2136036"/>
      </dsp:txXfrm>
    </dsp:sp>
    <dsp:sp modelId="{3C63961B-C906-442F-9269-4C5DB223682A}">
      <dsp:nvSpPr>
        <dsp:cNvPr id="0" name=""/>
        <dsp:cNvSpPr/>
      </dsp:nvSpPr>
      <dsp:spPr>
        <a:xfrm>
          <a:off x="6252860" y="1600008"/>
          <a:ext cx="2085407" cy="1163316"/>
        </a:xfrm>
        <a:prstGeom prst="rightArrow">
          <a:avLst>
            <a:gd name="adj1" fmla="val 50000"/>
            <a:gd name="adj2" fmla="val 5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254000" bIns="184677" numCol="1" spcCol="1270" anchor="ctr" anchorCtr="0">
          <a:noAutofit/>
        </a:bodyPr>
        <a:lstStyle/>
        <a:p>
          <a:pPr marL="0" lvl="0" indent="0" algn="l" defTabSz="977900">
            <a:lnSpc>
              <a:spcPct val="90000"/>
            </a:lnSpc>
            <a:spcBef>
              <a:spcPct val="0"/>
            </a:spcBef>
            <a:spcAft>
              <a:spcPct val="35000"/>
            </a:spcAft>
            <a:buNone/>
          </a:pPr>
          <a:r>
            <a:rPr lang="es-MX" sz="2200" kern="1200" dirty="0"/>
            <a:t>Validación</a:t>
          </a:r>
          <a:endParaRPr lang="es-CL" sz="2200" kern="1200" dirty="0"/>
        </a:p>
      </dsp:txBody>
      <dsp:txXfrm>
        <a:off x="6252860" y="1890837"/>
        <a:ext cx="1794578" cy="581658"/>
      </dsp:txXfrm>
    </dsp:sp>
    <dsp:sp modelId="{698F13C5-9FC0-44AA-8FF9-68A116CB44D3}">
      <dsp:nvSpPr>
        <dsp:cNvPr id="0" name=""/>
        <dsp:cNvSpPr/>
      </dsp:nvSpPr>
      <dsp:spPr>
        <a:xfrm>
          <a:off x="6252860" y="2495592"/>
          <a:ext cx="1478423" cy="2136036"/>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MX" sz="1600" kern="1200" dirty="0"/>
            <a:t>Testing</a:t>
          </a:r>
          <a:endParaRPr lang="es-CL" sz="1600" kern="1200" dirty="0"/>
        </a:p>
        <a:p>
          <a:pPr marL="0" lvl="0" indent="0" algn="l" defTabSz="711200">
            <a:lnSpc>
              <a:spcPct val="90000"/>
            </a:lnSpc>
            <a:spcBef>
              <a:spcPct val="0"/>
            </a:spcBef>
            <a:spcAft>
              <a:spcPct val="35000"/>
            </a:spcAft>
            <a:buNone/>
          </a:pPr>
          <a:r>
            <a:rPr lang="es-MX" sz="1600" kern="1200" dirty="0"/>
            <a:t>Pruebas en entorno controlado</a:t>
          </a:r>
          <a:endParaRPr lang="es-CL" sz="1600" kern="1200" dirty="0"/>
        </a:p>
        <a:p>
          <a:pPr marL="0" lvl="0" indent="0" algn="l" defTabSz="711200">
            <a:lnSpc>
              <a:spcPct val="90000"/>
            </a:lnSpc>
            <a:spcBef>
              <a:spcPct val="0"/>
            </a:spcBef>
            <a:spcAft>
              <a:spcPct val="35000"/>
            </a:spcAft>
            <a:buNone/>
          </a:pPr>
          <a:r>
            <a:rPr lang="es-MX" sz="1600" kern="1200" dirty="0"/>
            <a:t>Verificación de resultados</a:t>
          </a:r>
          <a:endParaRPr lang="es-CL" sz="1600" kern="1200" dirty="0"/>
        </a:p>
        <a:p>
          <a:pPr marL="0" lvl="0" indent="0" algn="l" defTabSz="711200">
            <a:lnSpc>
              <a:spcPct val="90000"/>
            </a:lnSpc>
            <a:spcBef>
              <a:spcPct val="0"/>
            </a:spcBef>
            <a:spcAft>
              <a:spcPct val="35000"/>
            </a:spcAft>
            <a:buNone/>
          </a:pPr>
          <a:r>
            <a:rPr lang="es-MX" sz="1600" kern="1200" dirty="0"/>
            <a:t>Entrega</a:t>
          </a:r>
          <a:endParaRPr lang="es-CL" sz="1600" kern="1200" dirty="0"/>
        </a:p>
      </dsp:txBody>
      <dsp:txXfrm>
        <a:off x="6252860" y="2495592"/>
        <a:ext cx="1478423" cy="2136036"/>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IncreasingArrowsProcess">
  <dgm:title val=""/>
  <dgm:desc val=""/>
  <dgm:catLst>
    <dgm:cat type="process" pri="5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val="5"/>
      <dgm:chPref val="5"/>
      <dgm:dir/>
      <dgm:animLvl val="lvl"/>
    </dgm:varLst>
    <dgm:shape xmlns:r="http://schemas.openxmlformats.org/officeDocument/2006/relationships" r:blip="">
      <dgm:adjLst/>
    </dgm:shape>
    <dgm:choose name="Name1">
      <dgm:if name="Name2" axis="ch" ptType="node" func="cnt" op="equ" val="1">
        <dgm:choose name="Name3">
          <dgm:if name="Name4" axis="ch ch" ptType="node node" func="cnt" op="equ" val="0">
            <dgm:alg type="composite">
              <dgm:param type="ar" val="6.8662"/>
            </dgm:alg>
            <dgm:choose name="Name5">
              <dgm:if name="Name6" func="var" arg="dir" op="equ" val="norm">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if>
              <dgm:else name="Name7">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else>
            </dgm:choose>
          </dgm:if>
          <dgm:else name="Name8">
            <dgm:alg type="composite">
              <dgm:param type="ar" val="1.9864"/>
            </dgm:alg>
            <dgm:choose name="Name9">
              <dgm:if name="Name10" func="var" arg="dir" op="equ" val="norm">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
                  <dgm:constr type="t" for="ch" forName="childText1" refType="h" fact="0.224"/>
                  <dgm:constr type="w" for="ch" forName="childText1" refType="w" fact="0.9241"/>
                  <dgm:constr type="h" for="ch" forName="childText1" refType="h" fact="0.776"/>
                </dgm:constrLst>
              </dgm:if>
              <dgm:else name="Name11">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076"/>
                  <dgm:constr type="t" for="ch" forName="childText1" refType="h" fact="0.224"/>
                  <dgm:constr type="w" for="ch" forName="childText1" refType="w" fact="0.9241"/>
                  <dgm:constr type="h" for="ch" forName="childText1" refType="h" fact="0.776"/>
                </dgm:constrLst>
              </dgm:else>
            </dgm:choose>
          </dgm:else>
        </dgm:choose>
      </dgm:if>
      <dgm:if name="Name12" axis="ch" ptType="node" func="cnt" op="equ" val="2">
        <dgm:choose name="Name13">
          <dgm:if name="Name14" axis="ch ch" ptType="node node" func="cnt" op="equ" val="0">
            <dgm:alg type="composite">
              <dgm:param type="ar" val="5.1498"/>
            </dgm:alg>
            <dgm:choose name="Name15">
              <dgm:if name="Name16" func="var" arg="dir" op="equ" val="norm">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462"/>
                  <dgm:constr type="t" for="ch" forName="parentText2" refType="h" fact="0.2499"/>
                  <dgm:constr type="w" for="ch" forName="parentText2" refType="w" fact="0.538"/>
                  <dgm:constr type="h" for="ch" forName="parentText2" refType="h" fact="0.7501"/>
                </dgm:constrLst>
              </dgm:if>
              <dgm:else name="Name17">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
                  <dgm:constr type="t" for="ch" forName="parentText2" refType="h" fact="0.2499"/>
                  <dgm:constr type="w" for="ch" forName="parentText2" refType="w" fact="0.538"/>
                  <dgm:constr type="h" for="ch" forName="parentText2" refType="h" fact="0.7501"/>
                </dgm:constrLst>
              </dgm:else>
            </dgm:choose>
          </dgm:if>
          <dgm:else name="Name18">
            <dgm:alg type="composite">
              <dgm:param type="ar" val="2.0563"/>
            </dgm:alg>
            <dgm:choose name="Name19">
              <dgm:if name="Name2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462"/>
                  <dgm:constr type="t" for="ch" forName="parentText2" refType="h" fact="0.0998"/>
                  <dgm:constr type="w" for="ch" forName="parentText2" refType="w" fact="0.538"/>
                  <dgm:constr type="h" for="ch" forName="parentText2" refType="h" fact="0.2995"/>
                  <dgm:constr type="l" for="ch" forName="childText1" refType="w" fact="0"/>
                  <dgm:constr type="t" for="ch" forName="childText1" refType="h" fact="0.2317"/>
                  <dgm:constr type="w" for="ch" forName="childText1" refType="w" fact="0.462"/>
                  <dgm:constr type="h" for="ch" forName="childText1" refType="h" fact="0.6685"/>
                  <dgm:constr type="l" for="ch" forName="childText2" refType="w" fact="0.462"/>
                  <dgm:constr type="t" for="ch" forName="childText2" refType="h" fact="0.3315"/>
                  <dgm:constr type="w" for="ch" forName="childText2" refType="w" fact="0.462"/>
                  <dgm:constr type="h" for="ch" forName="childText2" refType="h" fact="0.6685"/>
                </dgm:constrLst>
              </dgm:if>
              <dgm:else name="Name2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
                  <dgm:constr type="t" for="ch" forName="parentText2" refType="h" fact="0.0998"/>
                  <dgm:constr type="w" for="ch" forName="parentText2" refType="w" fact="0.538"/>
                  <dgm:constr type="h" for="ch" forName="parentText2" refType="h" fact="0.2995"/>
                  <dgm:constr type="l" for="ch" forName="childText1" refType="w" fact="0.538"/>
                  <dgm:constr type="t" for="ch" forName="childText1" refType="h" fact="0.2317"/>
                  <dgm:constr type="w" for="ch" forName="childText1" refType="w" fact="0.462"/>
                  <dgm:constr type="h" for="ch" forName="childText1" refType="h" fact="0.6685"/>
                  <dgm:constr type="l" for="ch" forName="childText2" refType="w" fact="0.076"/>
                  <dgm:constr type="t" for="ch" forName="childText2" refType="h" fact="0.3315"/>
                  <dgm:constr type="w" for="ch" forName="childText2" refType="w" fact="0.462"/>
                  <dgm:constr type="h" for="ch" forName="childText2" refType="h" fact="0.6685"/>
                </dgm:constrLst>
              </dgm:else>
            </dgm:choose>
          </dgm:else>
        </dgm:choose>
      </dgm:if>
      <dgm:if name="Name22" axis="ch" ptType="node" func="cnt" op="equ" val="3">
        <dgm:choose name="Name23">
          <dgm:if name="Name24" axis="ch ch" ptType="node node" func="cnt" op="equ" val="0">
            <dgm:alg type="composite">
              <dgm:param type="ar" val="4.1198"/>
            </dgm:alg>
            <dgm:choose name="Name25">
              <dgm:if name="Name2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308"/>
                  <dgm:constr type="t" for="ch" forName="parentText2" refType="h" fact="0.2"/>
                  <dgm:constr type="w" for="ch" forName="parentText2" refType="w" fact="0.692"/>
                  <dgm:constr type="h" for="ch" forName="parentText2" refType="h" fact="0.6"/>
                  <dgm:constr type="l" for="ch" forName="parentText3" refType="w" fact="0.616"/>
                  <dgm:constr type="t" for="ch" forName="parentText3" refType="h" fact="0.4"/>
                  <dgm:constr type="w" for="ch" forName="parentText3" refType="w" fact="0.384"/>
                  <dgm:constr type="h" for="ch" forName="parentText3" refType="h" fact="0.6"/>
                </dgm:constrLst>
              </dgm:if>
              <dgm:else name="Name2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
                  <dgm:constr type="t" for="ch" forName="parentText2" refType="h" fact="0.2"/>
                  <dgm:constr type="w" for="ch" forName="parentText2" refType="w" fact="0.692"/>
                  <dgm:constr type="h" for="ch" forName="parentText2" refType="h" fact="0.6"/>
                  <dgm:constr type="l" for="ch" forName="parentText3" refType="w" fact="0"/>
                  <dgm:constr type="t" for="ch" forName="parentText3" refType="h" fact="0.4"/>
                  <dgm:constr type="w" for="ch" forName="parentText3" refType="w" fact="0.384"/>
                  <dgm:constr type="h" for="ch" forName="parentText3" refType="h" fact="0.6"/>
                </dgm:constrLst>
              </dgm:else>
            </dgm:choose>
          </dgm:if>
          <dgm:else name="Name28">
            <dgm:alg type="composite">
              <dgm:param type="ar" val="2.0702"/>
            </dgm:alg>
            <dgm:choose name="Name29">
              <dgm:if name="Name3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
                  <dgm:constr type="t" for="ch" forName="childText1" refType="h" fact="0.2325"/>
                  <dgm:constr type="w" for="ch" forName="childText1" refType="w" fact="0.308"/>
                  <dgm:constr type="h" for="ch" forName="childText1" refType="h" fact="0.5808"/>
                  <dgm:constr type="l" for="ch" forName="childText2" refType="w" fact="0.308"/>
                  <dgm:constr type="t" for="ch" forName="childText2" refType="h" fact="0.333"/>
                  <dgm:constr type="w" for="ch" forName="childText2" refType="w" fact="0.308"/>
                  <dgm:constr type="h" for="ch" forName="childText2" refType="h" fact="0.5808"/>
                  <dgm:constr type="l" for="ch" forName="childText3" refType="w" fact="0.61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308"/>
                  <dgm:constr type="t" for="ch" forName="parentText2" refType="h" fact="0.1005"/>
                  <dgm:constr type="w" for="ch" forName="parentText2" refType="w" fact="0.692"/>
                  <dgm:constr type="h" for="ch" forName="parentText2" refType="h" fact="0.3015"/>
                  <dgm:constr type="l" for="ch" forName="parentText3" refType="w" fact="0.616"/>
                  <dgm:constr type="t" for="ch" forName="parentText3" refType="h" fact="0.201"/>
                  <dgm:constr type="w" for="ch" forName="parentText3" refType="w" fact="0.384"/>
                  <dgm:constr type="h" for="ch" forName="parentText3" refType="h" fact="0.3015"/>
                </dgm:constrLst>
              </dgm:if>
              <dgm:else name="Name3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692"/>
                  <dgm:constr type="t" for="ch" forName="childText1" refType="h" fact="0.2325"/>
                  <dgm:constr type="w" for="ch" forName="childText1" refType="w" fact="0.308"/>
                  <dgm:constr type="h" for="ch" forName="childText1" refType="h" fact="0.5808"/>
                  <dgm:constr type="l" for="ch" forName="childText2" refType="w" fact="0.384"/>
                  <dgm:constr type="t" for="ch" forName="childText2" refType="h" fact="0.333"/>
                  <dgm:constr type="w" for="ch" forName="childText2" refType="w" fact="0.308"/>
                  <dgm:constr type="h" for="ch" forName="childText2" refType="h" fact="0.5808"/>
                  <dgm:constr type="l" for="ch" forName="childText3" refType="w" fact="0.07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
                  <dgm:constr type="t" for="ch" forName="parentText2" refType="h" fact="0.1005"/>
                  <dgm:constr type="w" for="ch" forName="parentText2" refType="w" fact="0.692"/>
                  <dgm:constr type="h" for="ch" forName="parentText2" refType="h" fact="0.3015"/>
                  <dgm:constr type="l" for="ch" forName="parentText3" refType="w" fact="0"/>
                  <dgm:constr type="t" for="ch" forName="parentText3" refType="h" fact="0.201"/>
                  <dgm:constr type="w" for="ch" forName="parentText3" refType="w" fact="0.384"/>
                  <dgm:constr type="h" for="ch" forName="parentText3" refType="h" fact="0.3015"/>
                </dgm:constrLst>
              </dgm:else>
            </dgm:choose>
          </dgm:else>
        </dgm:choose>
      </dgm:if>
      <dgm:if name="Name32" axis="ch" ptType="node" func="cnt" op="equ" val="4">
        <dgm:choose name="Name33">
          <dgm:if name="Name34" axis="ch ch" ptType="node node" func="cnt" op="equ" val="0">
            <dgm:alg type="composite">
              <dgm:param type="ar" val="3.435"/>
            </dgm:alg>
            <dgm:choose name="Name35">
              <dgm:if name="Name3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2305"/>
                  <dgm:constr type="t" for="ch" forName="parentText2" refType="h" fact="0.1666"/>
                  <dgm:constr type="w" for="ch" forName="parentText2" refType="w" fact="0.7695"/>
                  <dgm:constr type="h" for="ch" forName="parentText2" refType="h" fact="0.5001"/>
                  <dgm:constr type="l" for="ch" forName="parentText3" refType="w" fact="0.461"/>
                  <dgm:constr type="t" for="ch" forName="parentText3" refType="h" fact="0.3333"/>
                  <dgm:constr type="w" for="ch" forName="parentText3" refType="w" fact="0.539"/>
                  <dgm:constr type="h" for="ch" forName="parentText3" refType="h" fact="0.5001"/>
                  <dgm:constr type="l" for="ch" forName="parentText4" refType="w" fact="0.6915"/>
                  <dgm:constr type="t" for="ch" forName="parentText4" refType="h" fact="0.4999"/>
                  <dgm:constr type="w" for="ch" forName="parentText4" refType="w" fact="0.3085"/>
                  <dgm:constr type="h" for="ch" forName="parentText4" refType="h" fact="0.5001"/>
                </dgm:constrLst>
              </dgm:if>
              <dgm:else name="Name3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
                  <dgm:constr type="t" for="ch" forName="parentText2" refType="h" fact="0.1666"/>
                  <dgm:constr type="w" for="ch" forName="parentText2" refType="w" fact="0.7695"/>
                  <dgm:constr type="h" for="ch" forName="parentText2" refType="h" fact="0.5001"/>
                  <dgm:constr type="l" for="ch" forName="parentText3" refType="w" fact="0"/>
                  <dgm:constr type="t" for="ch" forName="parentText3" refType="h" fact="0.3333"/>
                  <dgm:constr type="w" for="ch" forName="parentText3" refType="w" fact="0.539"/>
                  <dgm:constr type="h" for="ch" forName="parentText3" refType="h" fact="0.5001"/>
                  <dgm:constr type="l" for="ch" forName="parentText4" refType="w" fact="0"/>
                  <dgm:constr type="t" for="ch" forName="parentText4" refType="h" fact="0.4999"/>
                  <dgm:constr type="w" for="ch" forName="parentText4" refType="w" fact="0.3085"/>
                  <dgm:constr type="h" for="ch" forName="parentText4" refType="h" fact="0.5001"/>
                </dgm:constrLst>
              </dgm:else>
            </dgm:choose>
          </dgm:if>
          <dgm:else name="Name38">
            <dgm:alg type="composite">
              <dgm:param type="ar" val="1.9377"/>
            </dgm:alg>
            <dgm:choose name="Name39">
              <dgm:if name="Name4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
                  <dgm:constr type="t" for="ch" forName="childText1" refType="h" fact="0.218"/>
                  <dgm:constr type="w" for="ch" forName="childText1" refType="w" fact="0.2305"/>
                  <dgm:constr type="h" for="ch" forName="childText1" refType="h" fact="0.5218"/>
                  <dgm:constr type="l" for="ch" forName="childText2" refType="w" fact="0.2305"/>
                  <dgm:constr type="t" for="ch" forName="childText2" refType="h" fact="0.312"/>
                  <dgm:constr type="w" for="ch" forName="childText2" refType="w" fact="0.2305"/>
                  <dgm:constr type="h" for="ch" forName="childText2" refType="h" fact="0.5085"/>
                  <dgm:constr type="l" for="ch" forName="childText3" refType="w" fact="0.461"/>
                  <dgm:constr type="t" for="ch" forName="childText3" refType="h" fact="0.406"/>
                  <dgm:constr type="w" for="ch" forName="childText3" refType="w" fact="0.2305"/>
                  <dgm:constr type="h" for="ch" forName="childText3" refType="h" fact="0.5119"/>
                  <dgm:constr type="l" for="ch" forName="childText4" refType="w" fact="0.6915"/>
                  <dgm:constr type="t" for="ch" forName="childText4" refType="h" fact="0.5"/>
                  <dgm:constr type="w" for="ch" forName="childText4" refType="w" fact="0.232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2305"/>
                  <dgm:constr type="t" for="ch" forName="parentText2" refType="h" fact="0.094"/>
                  <dgm:constr type="w" for="ch" forName="parentText2" refType="w" fact="0.7695"/>
                  <dgm:constr type="h" for="ch" forName="parentText2" refType="h" fact="0.2821"/>
                  <dgm:constr type="l" for="ch" forName="parentText3" refType="w" fact="0.461"/>
                  <dgm:constr type="t" for="ch" forName="parentText3" refType="h" fact="0.188"/>
                  <dgm:constr type="w" for="ch" forName="parentText3" refType="w" fact="0.539"/>
                  <dgm:constr type="h" for="ch" forName="parentText3" refType="h" fact="0.2821"/>
                  <dgm:constr type="l" for="ch" forName="parentText4" refType="w" fact="0.6915"/>
                  <dgm:constr type="t" for="ch" forName="parentText4" refType="h" fact="0.282"/>
                  <dgm:constr type="w" for="ch" forName="parentText4" refType="w" fact="0.3085"/>
                  <dgm:constr type="h" for="ch" forName="parentText4" refType="h" fact="0.2821"/>
                </dgm:constrLst>
              </dgm:if>
              <dgm:else name="Name4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7695"/>
                  <dgm:constr type="t" for="ch" forName="childText1" refType="h" fact="0.218"/>
                  <dgm:constr type="w" for="ch" forName="childText1" refType="w" fact="0.2305"/>
                  <dgm:constr type="h" for="ch" forName="childText1" refType="h" fact="0.5218"/>
                  <dgm:constr type="l" for="ch" forName="childText2" refType="w" fact="0.539"/>
                  <dgm:constr type="t" for="ch" forName="childText2" refType="h" fact="0.312"/>
                  <dgm:constr type="w" for="ch" forName="childText2" refType="w" fact="0.2305"/>
                  <dgm:constr type="h" for="ch" forName="childText2" refType="h" fact="0.5085"/>
                  <dgm:constr type="l" for="ch" forName="childText3" refType="w" fact="0.3085"/>
                  <dgm:constr type="t" for="ch" forName="childText3" refType="h" fact="0.406"/>
                  <dgm:constr type="w" for="ch" forName="childText3" refType="w" fact="0.2305"/>
                  <dgm:constr type="h" for="ch" forName="childText3" refType="h" fact="0.5119"/>
                  <dgm:constr type="l" for="ch" forName="childText4" refType="w" fact="0.076"/>
                  <dgm:constr type="t" for="ch" forName="childText4" refType="h" fact="0.5"/>
                  <dgm:constr type="w" for="ch" forName="childText4" refType="w" fact="0.234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
                  <dgm:constr type="t" for="ch" forName="parentText2" refType="h" fact="0.094"/>
                  <dgm:constr type="w" for="ch" forName="parentText2" refType="w" fact="0.7695"/>
                  <dgm:constr type="h" for="ch" forName="parentText2" refType="h" fact="0.2821"/>
                  <dgm:constr type="l" for="ch" forName="parentText3" refType="w" fact="0"/>
                  <dgm:constr type="t" for="ch" forName="parentText3" refType="h" fact="0.188"/>
                  <dgm:constr type="w" for="ch" forName="parentText3" refType="w" fact="0.539"/>
                  <dgm:constr type="h" for="ch" forName="parentText3" refType="h" fact="0.2821"/>
                  <dgm:constr type="l" for="ch" forName="parentText4" refType="w" fact="0"/>
                  <dgm:constr type="t" for="ch" forName="parentText4" refType="h" fact="0.282"/>
                  <dgm:constr type="w" for="ch" forName="parentText4" refType="w" fact="0.3085"/>
                  <dgm:constr type="h" for="ch" forName="parentText4" refType="h" fact="0.2821"/>
                </dgm:constrLst>
              </dgm:else>
            </dgm:choose>
          </dgm:else>
        </dgm:choose>
      </dgm:if>
      <dgm:else name="Name42">
        <dgm:choose name="Name43">
          <dgm:if name="Name44" axis="ch ch" ptType="node node" func="cnt" op="equ" val="0">
            <dgm:alg type="composite">
              <dgm:param type="ar" val="2.9463"/>
            </dgm:alg>
            <dgm:choose name="Name45">
              <dgm:if name="Name4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1848"/>
                  <dgm:constr type="t" for="ch" forName="parentText2" refType="h" fact="0.1429"/>
                  <dgm:constr type="w" for="ch" forName="parentText2" refType="w" fact="0.8152"/>
                  <dgm:constr type="h" for="ch" forName="parentText2" refType="h" fact="0.4285"/>
                  <dgm:constr type="l" for="ch" forName="parentText3" refType="w" fact="0.3696"/>
                  <dgm:constr type="t" for="ch" forName="parentText3" refType="h" fact="0.2858"/>
                  <dgm:constr type="w" for="ch" forName="parentText3" refType="w" fact="0.6304"/>
                  <dgm:constr type="h" for="ch" forName="parentText3" refType="h" fact="0.4285"/>
                  <dgm:constr type="l" for="ch" forName="parentText4" refType="w" fact="0.5545"/>
                  <dgm:constr type="t" for="ch" forName="parentText4" refType="h" fact="0.4286"/>
                  <dgm:constr type="w" for="ch" forName="parentText4" refType="w" fact="0.4455"/>
                  <dgm:constr type="h" for="ch" forName="parentText4" refType="h" fact="0.4285"/>
                  <dgm:constr type="l" for="ch" forName="parentText5" refType="w" fact="0.7393"/>
                  <dgm:constr type="t" for="ch" forName="parentText5" refType="h" fact="0.5715"/>
                  <dgm:constr type="w" for="ch" forName="parentText5" refType="w" fact="0.2607"/>
                  <dgm:constr type="h" for="ch" forName="parentText5" refType="h" fact="0.4285"/>
                </dgm:constrLst>
              </dgm:if>
              <dgm:else name="Name4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
                  <dgm:constr type="t" for="ch" forName="parentText2" refType="h" fact="0.1429"/>
                  <dgm:constr type="w" for="ch" forName="parentText2" refType="w" fact="0.8152"/>
                  <dgm:constr type="h" for="ch" forName="parentText2" refType="h" fact="0.4285"/>
                  <dgm:constr type="l" for="ch" forName="parentText3" refType="w" fact="0"/>
                  <dgm:constr type="t" for="ch" forName="parentText3" refType="h" fact="0.2858"/>
                  <dgm:constr type="w" for="ch" forName="parentText3" refType="w" fact="0.6304"/>
                  <dgm:constr type="h" for="ch" forName="parentText3" refType="h" fact="0.4285"/>
                  <dgm:constr type="l" for="ch" forName="parentText4" refType="w" fact="0"/>
                  <dgm:constr type="t" for="ch" forName="parentText4" refType="h" fact="0.4286"/>
                  <dgm:constr type="w" for="ch" forName="parentText4" refType="w" fact="0.4455"/>
                  <dgm:constr type="h" for="ch" forName="parentText4" refType="h" fact="0.4285"/>
                  <dgm:constr type="l" for="ch" forName="parentText5" refType="w" fact="0"/>
                  <dgm:constr type="t" for="ch" forName="parentText5" refType="h" fact="0.5715"/>
                  <dgm:constr type="w" for="ch" forName="parentText5" refType="w" fact="0.2607"/>
                  <dgm:constr type="h" for="ch" forName="parentText5" refType="h" fact="0.4285"/>
                </dgm:constrLst>
              </dgm:else>
            </dgm:choose>
          </dgm:if>
          <dgm:else name="Name48">
            <dgm:alg type="composite">
              <dgm:param type="ar" val="1.7837"/>
            </dgm:alg>
            <dgm:choose name="Name49">
              <dgm:if name="Name5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
                  <dgm:constr type="t" for="ch" forName="childText1" refType="h" fact="0.1997"/>
                  <dgm:constr type="w" for="ch" forName="childText1" refType="w" fact="0.18482"/>
                  <dgm:constr type="h" for="ch" forName="childText1" refType="h" fact="0.4763"/>
                  <dgm:constr type="l" for="ch" forName="childText2" refType="w" fact="0.1848"/>
                  <dgm:constr type="t" for="ch" forName="childText2" refType="h" fact="0.2862"/>
                  <dgm:constr type="w" for="ch" forName="childText2" refType="w" fact="0.18482"/>
                  <dgm:constr type="h" for="ch" forName="childText2" refType="h" fact="0.4763"/>
                  <dgm:constr type="l" for="ch" forName="childText3" refType="w" fact="0.3696"/>
                  <dgm:constr type="t" for="ch" forName="childText3" refType="h" fact="0.3727"/>
                  <dgm:constr type="w" for="ch" forName="childText3" refType="w" fact="0.18482"/>
                  <dgm:constr type="h" for="ch" forName="childText3" refType="h" fact="0.4763"/>
                  <dgm:constr type="l" for="ch" forName="childText4" refType="w" fact="0.5545"/>
                  <dgm:constr type="t" for="ch" forName="childText4" refType="h" fact="0.4592"/>
                  <dgm:constr type="w" for="ch" forName="childText4" refType="w" fact="0.18482"/>
                  <dgm:constr type="h" for="ch" forName="childText4" refType="h" fact="0.4763"/>
                  <dgm:constr type="l" for="ch" forName="childText5" refType="w" fact="0.7393"/>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1848"/>
                  <dgm:constr type="t" for="ch" forName="parentText2" refType="h" fact="0.0865"/>
                  <dgm:constr type="w" for="ch" forName="parentText2" refType="w" fact="0.8152"/>
                  <dgm:constr type="h" for="ch" forName="parentText2" refType="h" fact="0.2594"/>
                  <dgm:constr type="l" for="ch" forName="parentText3" refType="w" fact="0.3696"/>
                  <dgm:constr type="t" for="ch" forName="parentText3" refType="h" fact="0.173"/>
                  <dgm:constr type="w" for="ch" forName="parentText3" refType="w" fact="0.6304"/>
                  <dgm:constr type="h" for="ch" forName="parentText3" refType="h" fact="0.2594"/>
                  <dgm:constr type="l" for="ch" forName="parentText4" refType="w" fact="0.5545"/>
                  <dgm:constr type="t" for="ch" forName="parentText4" refType="h" fact="0.2595"/>
                  <dgm:constr type="w" for="ch" forName="parentText4" refType="w" fact="0.4455"/>
                  <dgm:constr type="h" for="ch" forName="parentText4" refType="h" fact="0.2594"/>
                  <dgm:constr type="l" for="ch" forName="parentText5" refType="w" fact="0.7393"/>
                  <dgm:constr type="t" for="ch" forName="parentText5" refType="h" fact="0.346"/>
                  <dgm:constr type="w" for="ch" forName="parentText5" refType="w" fact="0.2607"/>
                  <dgm:constr type="h" for="ch" forName="parentText5" refType="h" fact="0.2594"/>
                </dgm:constrLst>
              </dgm:if>
              <dgm:else name="Name5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81518"/>
                  <dgm:constr type="t" for="ch" forName="childText1" refType="h" fact="0.1997"/>
                  <dgm:constr type="w" for="ch" forName="childText1" refType="w" fact="0.18482"/>
                  <dgm:constr type="h" for="ch" forName="childText1" refType="h" fact="0.4763"/>
                  <dgm:constr type="l" for="ch" forName="childText2" refType="w" fact="0.63036"/>
                  <dgm:constr type="t" for="ch" forName="childText2" refType="h" fact="0.2862"/>
                  <dgm:constr type="w" for="ch" forName="childText2" refType="w" fact="0.18482"/>
                  <dgm:constr type="h" for="ch" forName="childText2" refType="h" fact="0.4763"/>
                  <dgm:constr type="l" for="ch" forName="childText3" refType="w" fact="0.44554"/>
                  <dgm:constr type="t" for="ch" forName="childText3" refType="h" fact="0.3727"/>
                  <dgm:constr type="w" for="ch" forName="childText3" refType="w" fact="0.18482"/>
                  <dgm:constr type="h" for="ch" forName="childText3" refType="h" fact="0.4763"/>
                  <dgm:constr type="l" for="ch" forName="childText4" refType="w" fact="0.26072"/>
                  <dgm:constr type="t" for="ch" forName="childText4" refType="h" fact="0.4592"/>
                  <dgm:constr type="w" for="ch" forName="childText4" refType="w" fact="0.18482"/>
                  <dgm:constr type="h" for="ch" forName="childText4" refType="h" fact="0.4763"/>
                  <dgm:constr type="l" for="ch" forName="childText5" refType="w" fact="0.0759"/>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
                  <dgm:constr type="t" for="ch" forName="parentText2" refType="h" fact="0.0865"/>
                  <dgm:constr type="w" for="ch" forName="parentText2" refType="w" fact="0.8152"/>
                  <dgm:constr type="h" for="ch" forName="parentText2" refType="h" fact="0.2594"/>
                  <dgm:constr type="l" for="ch" forName="parentText3" refType="w" fact="0"/>
                  <dgm:constr type="t" for="ch" forName="parentText3" refType="h" fact="0.173"/>
                  <dgm:constr type="w" for="ch" forName="parentText3" refType="w" fact="0.6304"/>
                  <dgm:constr type="h" for="ch" forName="parentText3" refType="h" fact="0.2594"/>
                  <dgm:constr type="l" for="ch" forName="parentText4" refType="w" fact="0"/>
                  <dgm:constr type="t" for="ch" forName="parentText4" refType="h" fact="0.2595"/>
                  <dgm:constr type="w" for="ch" forName="parentText4" refType="w" fact="0.4455"/>
                  <dgm:constr type="h" for="ch" forName="parentText4" refType="h" fact="0.2594"/>
                  <dgm:constr type="l" for="ch" forName="parentText5" refType="w" fact="0"/>
                  <dgm:constr type="t" for="ch" forName="parentText5" refType="h" fact="0.346"/>
                  <dgm:constr type="w" for="ch" forName="parentText5" refType="w" fact="0.2607"/>
                  <dgm:constr type="h" for="ch" forName="parentText5" refType="h" fact="0.2594"/>
                </dgm:constrLst>
              </dgm:else>
            </dgm:choose>
          </dgm:else>
        </dgm:choose>
      </dgm:else>
    </dgm:choose>
    <dgm:forEach name="Name52" axis="ch" ptType="node" cnt="1">
      <dgm:layoutNode name="parentText1" styleLbl="node1">
        <dgm:varLst>
          <dgm:chMax/>
          <dgm:chPref val="3"/>
          <dgm:bulletEnabled val="1"/>
        </dgm:varLst>
        <dgm:choose name="Name53">
          <dgm:if name="Name54"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55">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56">
        <dgm:if name="Name57" axis="ch" ptType="node" func="cnt" op="gte" val="1">
          <dgm:layoutNode name="childText1"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dgm:forEach>
    <dgm:forEach name="Name59" axis="ch" ptType="node" st="2" cnt="1">
      <dgm:layoutNode name="parentText2" styleLbl="node1">
        <dgm:varLst>
          <dgm:chMax/>
          <dgm:chPref val="3"/>
          <dgm:bulletEnabled val="1"/>
        </dgm:varLst>
        <dgm:choose name="Name60">
          <dgm:if name="Name61"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2">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63">
        <dgm:if name="Name64" axis="ch" ptType="node" func="cnt" op="gte" val="1">
          <dgm:layoutNode name="childText2"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5"/>
      </dgm:choose>
    </dgm:forEach>
    <dgm:forEach name="Name66" axis="ch" ptType="node" st="3" cnt="1">
      <dgm:layoutNode name="parentText3" styleLbl="node1">
        <dgm:varLst>
          <dgm:chMax/>
          <dgm:chPref val="3"/>
          <dgm:bulletEnabled val="1"/>
        </dgm:varLst>
        <dgm:choose name="Name67">
          <dgm:if name="Name68"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9">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0">
        <dgm:if name="Name71" axis="ch" ptType="node" func="cnt" op="gte" val="1">
          <dgm:layoutNode name="childText3"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forEach>
    <dgm:forEach name="Name73" axis="ch" ptType="node" st="4" cnt="1">
      <dgm:layoutNode name="parentText4" styleLbl="node1">
        <dgm:varLst>
          <dgm:chMax/>
          <dgm:chPref val="3"/>
          <dgm:bulletEnabled val="1"/>
        </dgm:varLst>
        <dgm:choose name="Name74">
          <dgm:if name="Name75"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76">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7">
        <dgm:if name="Name78" axis="ch" ptType="node" func="cnt" op="gte" val="1">
          <dgm:layoutNode name="childText4"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dgm:forEach>
    <dgm:forEach name="Name80" axis="ch" ptType="node" st="5" cnt="1">
      <dgm:layoutNode name="parentText5" styleLbl="node1">
        <dgm:varLst>
          <dgm:chMax/>
          <dgm:chPref val="3"/>
          <dgm:bulletEnabled val="1"/>
        </dgm:varLst>
        <dgm:choose name="Name81">
          <dgm:if name="Name82"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83">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84">
        <dgm:if name="Name85" axis="ch" ptType="node" func="cnt" op="gte" val="1">
          <dgm:layoutNode name="childText5"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347D60-E39B-E041-B6CE-3FDC1A8BB989}" type="datetimeFigureOut">
              <a:rPr lang="es-ES_tradnl" smtClean="0"/>
              <a:t>22/08/2026</a:t>
            </a:fld>
            <a:endParaRPr lang="es-ES_tradnl" dirty="0"/>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ES_tradnl"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_tradnl"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AD1966-643A-ED45-BFF9-B0FE18A32E2B}" type="slidenum">
              <a:rPr lang="es-ES_tradnl" smtClean="0"/>
              <a:t>‹Nº›</a:t>
            </a:fld>
            <a:endParaRPr lang="es-ES_tradnl" dirty="0"/>
          </a:p>
        </p:txBody>
      </p:sp>
    </p:spTree>
    <p:extLst>
      <p:ext uri="{BB962C8B-B14F-4D97-AF65-F5344CB8AC3E}">
        <p14:creationId xmlns:p14="http://schemas.microsoft.com/office/powerpoint/2010/main" val="19633012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L" dirty="0"/>
          </a:p>
        </p:txBody>
      </p:sp>
      <p:sp>
        <p:nvSpPr>
          <p:cNvPr id="3" name="Marcador de notas 2"/>
          <p:cNvSpPr>
            <a:spLocks noGrp="1"/>
          </p:cNvSpPr>
          <p:nvPr>
            <p:ph type="body" idx="1"/>
          </p:nvPr>
        </p:nvSpPr>
        <p:spPr/>
        <p:txBody>
          <a:bodyPr/>
          <a:lstStyle/>
          <a:p>
            <a:r>
              <a:rPr lang="es-ES" dirty="0"/>
              <a:t>Saludos estimados profesores y compañeros y compañeras, mi nombre es Matías Reyes y hoy les presentaré mi proyecto de título, el cual consiste en el desarrollo de un sistema para el control seguro de ingreso y salida de estudiantes en instituciones educativas, al cual llamaremos Validgate</a:t>
            </a:r>
          </a:p>
          <a:p>
            <a:endParaRPr lang="es-ES" dirty="0"/>
          </a:p>
          <a:p>
            <a:r>
              <a:rPr lang="es-ES" dirty="0"/>
              <a:t>Este proyecto nace a partir de una problemática real observada en el contexto escolar actual y sus problemas a la hora de salvaguardar la entrada y salida de estudiantes a un recinto educacional.</a:t>
            </a:r>
            <a:endParaRPr lang="es-CL" dirty="0"/>
          </a:p>
        </p:txBody>
      </p:sp>
      <p:sp>
        <p:nvSpPr>
          <p:cNvPr id="4" name="Marcador de número de diapositiva 3"/>
          <p:cNvSpPr>
            <a:spLocks noGrp="1"/>
          </p:cNvSpPr>
          <p:nvPr>
            <p:ph type="sldNum" sz="quarter" idx="5"/>
          </p:nvPr>
        </p:nvSpPr>
        <p:spPr/>
        <p:txBody>
          <a:bodyPr/>
          <a:lstStyle/>
          <a:p>
            <a:fld id="{80AD1966-643A-ED45-BFF9-B0FE18A32E2B}" type="slidenum">
              <a:rPr lang="es-ES_tradnl" smtClean="0"/>
              <a:t>1</a:t>
            </a:fld>
            <a:endParaRPr lang="es-ES_tradnl" dirty="0"/>
          </a:p>
        </p:txBody>
      </p:sp>
    </p:spTree>
    <p:extLst>
      <p:ext uri="{BB962C8B-B14F-4D97-AF65-F5344CB8AC3E}">
        <p14:creationId xmlns:p14="http://schemas.microsoft.com/office/powerpoint/2010/main" val="5509890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L" dirty="0"/>
          </a:p>
        </p:txBody>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Para validar esta problemática, se realizó un levantamiento de información a aproximadamente 35 personas mediante una encuesta.</a:t>
            </a:r>
          </a:p>
          <a:p>
            <a:endParaRPr lang="es-ES" dirty="0"/>
          </a:p>
          <a:p>
            <a:r>
              <a:rPr lang="es-ES" dirty="0"/>
              <a:t>Estos resultados refuerzan que el problema no es aislado, sino que es percibido por distintos actores del entorno educativo.</a:t>
            </a:r>
            <a:endParaRPr lang="es-CL" dirty="0"/>
          </a:p>
        </p:txBody>
      </p:sp>
      <p:sp>
        <p:nvSpPr>
          <p:cNvPr id="4" name="Marcador de número de diapositiva 3"/>
          <p:cNvSpPr>
            <a:spLocks noGrp="1"/>
          </p:cNvSpPr>
          <p:nvPr>
            <p:ph type="sldNum" sz="quarter" idx="5"/>
          </p:nvPr>
        </p:nvSpPr>
        <p:spPr/>
        <p:txBody>
          <a:bodyPr/>
          <a:lstStyle/>
          <a:p>
            <a:fld id="{80AD1966-643A-ED45-BFF9-B0FE18A32E2B}" type="slidenum">
              <a:rPr lang="es-ES_tradnl" smtClean="0"/>
              <a:t>2</a:t>
            </a:fld>
            <a:endParaRPr lang="es-ES_tradnl" dirty="0"/>
          </a:p>
        </p:txBody>
      </p:sp>
    </p:spTree>
    <p:extLst>
      <p:ext uri="{BB962C8B-B14F-4D97-AF65-F5344CB8AC3E}">
        <p14:creationId xmlns:p14="http://schemas.microsoft.com/office/powerpoint/2010/main" val="6473323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L" dirty="0"/>
          </a:p>
        </p:txBody>
      </p:sp>
      <p:sp>
        <p:nvSpPr>
          <p:cNvPr id="3" name="Marcador de notas 2"/>
          <p:cNvSpPr>
            <a:spLocks noGrp="1"/>
          </p:cNvSpPr>
          <p:nvPr>
            <p:ph type="body" idx="1"/>
          </p:nvPr>
        </p:nvSpPr>
        <p:spPr/>
        <p:txBody>
          <a:bodyPr/>
          <a:lstStyle/>
          <a:p>
            <a:r>
              <a:rPr lang="es-ES" dirty="0"/>
              <a:t>Actualmente, en muchos establecimientos educacionales, el control de ingreso y salida de estudiantes se realiza mediante procesos manuales</a:t>
            </a:r>
          </a:p>
          <a:p>
            <a:endParaRPr lang="es-ES" dirty="0"/>
          </a:p>
          <a:p>
            <a:r>
              <a:rPr lang="es-ES" dirty="0"/>
              <a:t>Uno de los principales resultados indica que aproximadamente un 34% de los encuestados percibe falta de orden en el proceso.</a:t>
            </a:r>
          </a:p>
          <a:p>
            <a:endParaRPr lang="es-ES" dirty="0"/>
          </a:p>
          <a:p>
            <a:r>
              <a:rPr lang="es-ES" dirty="0"/>
              <a:t>Además, se identificaron dificultades en horarios de alta demanda y una alta dependencia de validación manual.</a:t>
            </a:r>
          </a:p>
          <a:p>
            <a:endParaRPr lang="es-ES" dirty="0"/>
          </a:p>
          <a:p>
            <a:r>
              <a:rPr lang="es-ES" dirty="0"/>
              <a:t>Esto implica que la validación de las personas que retiran o acompañan a los estudiantes depende principalmente del reconocimiento visual o del criterio del personal.</a:t>
            </a:r>
          </a:p>
          <a:p>
            <a:endParaRPr lang="es-ES" dirty="0"/>
          </a:p>
          <a:p>
            <a:r>
              <a:rPr lang="es-ES" dirty="0"/>
              <a:t>En condiciones normales esto puede funcionar, pero en escenarios de alta demanda, como horarios de salida, se vuelve complejo mantener un control adecuado.</a:t>
            </a:r>
          </a:p>
          <a:p>
            <a:endParaRPr lang="es-ES" dirty="0"/>
          </a:p>
          <a:p>
            <a:r>
              <a:rPr lang="es-ES" dirty="0"/>
              <a:t>En el gráfico de barras mostrado, se puede ver que de un universo de personas encuestadas,  la mayoría considera como problema la falta de orden, falta de registros y trazabilidad y dificultad para identificar al personal encargado.</a:t>
            </a:r>
            <a:endParaRPr lang="es-CL" dirty="0"/>
          </a:p>
        </p:txBody>
      </p:sp>
      <p:sp>
        <p:nvSpPr>
          <p:cNvPr id="4" name="Marcador de número de diapositiva 3"/>
          <p:cNvSpPr>
            <a:spLocks noGrp="1"/>
          </p:cNvSpPr>
          <p:nvPr>
            <p:ph type="sldNum" sz="quarter" idx="5"/>
          </p:nvPr>
        </p:nvSpPr>
        <p:spPr/>
        <p:txBody>
          <a:bodyPr/>
          <a:lstStyle/>
          <a:p>
            <a:fld id="{80AD1966-643A-ED45-BFF9-B0FE18A32E2B}" type="slidenum">
              <a:rPr lang="es-ES_tradnl" smtClean="0"/>
              <a:t>3</a:t>
            </a:fld>
            <a:endParaRPr lang="es-ES_tradnl" dirty="0"/>
          </a:p>
        </p:txBody>
      </p:sp>
    </p:spTree>
    <p:extLst>
      <p:ext uri="{BB962C8B-B14F-4D97-AF65-F5344CB8AC3E}">
        <p14:creationId xmlns:p14="http://schemas.microsoft.com/office/powerpoint/2010/main" val="27116876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L" dirty="0"/>
          </a:p>
        </p:txBody>
      </p:sp>
      <p:sp>
        <p:nvSpPr>
          <p:cNvPr id="3" name="Marcador de notas 2"/>
          <p:cNvSpPr>
            <a:spLocks noGrp="1"/>
          </p:cNvSpPr>
          <p:nvPr>
            <p:ph type="body" idx="1"/>
          </p:nvPr>
        </p:nvSpPr>
        <p:spPr/>
        <p:txBody>
          <a:bodyPr/>
          <a:lstStyle/>
          <a:p>
            <a:r>
              <a:rPr lang="es-ES" dirty="0"/>
              <a:t>Para entender mejor el problema, se realizó un análisis de causa y efecto.</a:t>
            </a:r>
          </a:p>
          <a:p>
            <a:endParaRPr lang="es-ES" dirty="0"/>
          </a:p>
          <a:p>
            <a:r>
              <a:rPr lang="es-ES" dirty="0"/>
              <a:t>Aquí se pueden observar causas como el factor humano, la falta de tecnología, debilidades en los procesos, problemas en la gestión de la información y aspectos institucionales.</a:t>
            </a:r>
          </a:p>
          <a:p>
            <a:endParaRPr lang="es-ES" dirty="0"/>
          </a:p>
          <a:p>
            <a:r>
              <a:rPr lang="es-ES" dirty="0"/>
              <a:t>Esto demuestra que el problema no tiene una única causa, sino que es el resultado de múltiples factores interrelacionados.</a:t>
            </a:r>
            <a:endParaRPr lang="es-CL" dirty="0"/>
          </a:p>
        </p:txBody>
      </p:sp>
      <p:sp>
        <p:nvSpPr>
          <p:cNvPr id="4" name="Marcador de número de diapositiva 3"/>
          <p:cNvSpPr>
            <a:spLocks noGrp="1"/>
          </p:cNvSpPr>
          <p:nvPr>
            <p:ph type="sldNum" sz="quarter" idx="5"/>
          </p:nvPr>
        </p:nvSpPr>
        <p:spPr/>
        <p:txBody>
          <a:bodyPr/>
          <a:lstStyle/>
          <a:p>
            <a:fld id="{80AD1966-643A-ED45-BFF9-B0FE18A32E2B}" type="slidenum">
              <a:rPr lang="es-ES_tradnl" smtClean="0"/>
              <a:t>4</a:t>
            </a:fld>
            <a:endParaRPr lang="es-ES_tradnl" dirty="0"/>
          </a:p>
        </p:txBody>
      </p:sp>
    </p:spTree>
    <p:extLst>
      <p:ext uri="{BB962C8B-B14F-4D97-AF65-F5344CB8AC3E}">
        <p14:creationId xmlns:p14="http://schemas.microsoft.com/office/powerpoint/2010/main" val="21228836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L" dirty="0"/>
          </a:p>
        </p:txBody>
      </p:sp>
      <p:sp>
        <p:nvSpPr>
          <p:cNvPr id="3" name="Marcador de notas 2"/>
          <p:cNvSpPr>
            <a:spLocks noGrp="1"/>
          </p:cNvSpPr>
          <p:nvPr>
            <p:ph type="body" idx="1"/>
          </p:nvPr>
        </p:nvSpPr>
        <p:spPr/>
        <p:txBody>
          <a:bodyPr/>
          <a:lstStyle/>
          <a:p>
            <a:r>
              <a:rPr lang="es-ES" dirty="0"/>
              <a:t>En base a lo anterior, se define como objetivo general desarrollar una solución informática que permita controlar de forma segura el ingreso y salida de estudiantes.</a:t>
            </a:r>
          </a:p>
          <a:p>
            <a:endParaRPr lang="es-ES" dirty="0"/>
          </a:p>
          <a:p>
            <a:r>
              <a:rPr lang="es-ES" dirty="0"/>
              <a:t>Esto mediante la validación de identidad de las personas involucradas y el registro de eventos, asegurando la trazabilidad del proceso.</a:t>
            </a:r>
            <a:endParaRPr lang="es-CL" dirty="0"/>
          </a:p>
        </p:txBody>
      </p:sp>
      <p:sp>
        <p:nvSpPr>
          <p:cNvPr id="4" name="Marcador de número de diapositiva 3"/>
          <p:cNvSpPr>
            <a:spLocks noGrp="1"/>
          </p:cNvSpPr>
          <p:nvPr>
            <p:ph type="sldNum" sz="quarter" idx="5"/>
          </p:nvPr>
        </p:nvSpPr>
        <p:spPr/>
        <p:txBody>
          <a:bodyPr/>
          <a:lstStyle/>
          <a:p>
            <a:fld id="{80AD1966-643A-ED45-BFF9-B0FE18A32E2B}" type="slidenum">
              <a:rPr lang="es-ES_tradnl" smtClean="0"/>
              <a:t>5</a:t>
            </a:fld>
            <a:endParaRPr lang="es-ES_tradnl" dirty="0"/>
          </a:p>
        </p:txBody>
      </p:sp>
    </p:spTree>
    <p:extLst>
      <p:ext uri="{BB962C8B-B14F-4D97-AF65-F5344CB8AC3E}">
        <p14:creationId xmlns:p14="http://schemas.microsoft.com/office/powerpoint/2010/main" val="27960112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43E74-5E88-1D55-EFC9-F177764743D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B47C59D-4070-CB15-BE67-B70E44A9F386}"/>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328B2BB2-8C2D-52A7-AEB0-909D0D09BC35}"/>
              </a:ext>
            </a:extLst>
          </p:cNvPr>
          <p:cNvSpPr>
            <a:spLocks noGrp="1"/>
          </p:cNvSpPr>
          <p:nvPr>
            <p:ph type="body" idx="1"/>
          </p:nvPr>
        </p:nvSpPr>
        <p:spPr/>
        <p:txBody>
          <a:bodyPr/>
          <a:lstStyle/>
          <a:p>
            <a:r>
              <a:rPr lang="es-ES" dirty="0"/>
              <a:t>Este diagrama representa el flujo futuro o “to-be” del sistema propuesto para el control de ingreso, salida y retiro de estudiantes.</a:t>
            </a:r>
          </a:p>
          <a:p>
            <a:r>
              <a:rPr lang="es-ES" dirty="0"/>
              <a:t>La idea principal de este proceso es mejorar la seguridad y reducir la dependencia de validaciones manuales, incorporando mecanismos digitales y trazabilidad en cada interacción.</a:t>
            </a:r>
          </a:p>
          <a:p>
            <a:r>
              <a:rPr lang="es-ES" dirty="0"/>
              <a:t>El flujo comienza cuando una persona solicita un ingreso, una salida o el retiro de un estudiante. En ese momento, el sistema primero consulta la información del estudiante y las autorizaciones asociadas. Esto permite verificar previamente si la persona que está realizando la solicitud tiene permisos registrados dentro del sistema.</a:t>
            </a:r>
          </a:p>
          <a:p>
            <a:r>
              <a:rPr lang="es-ES" dirty="0"/>
              <a:t>Posteriormente, se realiza una validación de identidad mediante distintos métodos. En este caso, la propuesta considera los siguientes mecanismos principales:</a:t>
            </a:r>
          </a:p>
          <a:p>
            <a:r>
              <a:rPr lang="es-ES" dirty="0"/>
              <a:t>1. Código QR. </a:t>
            </a:r>
          </a:p>
          <a:p>
            <a:r>
              <a:rPr lang="es-ES" dirty="0"/>
              <a:t>2. PIN de seguridad. </a:t>
            </a:r>
          </a:p>
          <a:p>
            <a:endParaRPr lang="es-ES" dirty="0"/>
          </a:p>
          <a:p>
            <a:r>
              <a:rPr lang="es-ES" dirty="0"/>
              <a:t>El objetivo de utilizar múltiples métodos es aumentar la flexibilidad y disminuir el riesgo de depender únicamente de una sola tecnología.</a:t>
            </a:r>
          </a:p>
          <a:p>
            <a:r>
              <a:rPr lang="es-ES" dirty="0"/>
              <a:t>Luego de la validación, el sistema evalúa si esta fue exitosa.</a:t>
            </a:r>
            <a:br>
              <a:rPr lang="es-ES" dirty="0"/>
            </a:br>
            <a:r>
              <a:rPr lang="es-ES" dirty="0"/>
              <a:t>Si la validación es correcta:</a:t>
            </a:r>
          </a:p>
          <a:p>
            <a:r>
              <a:rPr lang="es-ES" dirty="0"/>
              <a:t>- Se registra el evento como aprobado. </a:t>
            </a:r>
          </a:p>
          <a:p>
            <a:r>
              <a:rPr lang="es-ES" dirty="0"/>
              <a:t>- Se almacena información relevante como fecha, hora y método utilizado. </a:t>
            </a:r>
          </a:p>
          <a:p>
            <a:pPr marL="0" indent="0">
              <a:buFontTx/>
              <a:buNone/>
            </a:pPr>
            <a:r>
              <a:rPr lang="es-ES" dirty="0"/>
              <a:t>- Se autoriza el ingreso, salida o retiro correspondiente. </a:t>
            </a:r>
          </a:p>
          <a:p>
            <a:pPr marL="171450" indent="-171450">
              <a:buFontTx/>
              <a:buChar char="-"/>
            </a:pPr>
            <a:endParaRPr lang="es-ES" dirty="0"/>
          </a:p>
          <a:p>
            <a:r>
              <a:rPr lang="es-ES" dirty="0"/>
              <a:t>Ahora bien, uno de los puntos importantes del modelo es el manejo de excepciones.</a:t>
            </a:r>
            <a:br>
              <a:rPr lang="es-ES" dirty="0"/>
            </a:br>
            <a:r>
              <a:rPr lang="es-ES" dirty="0"/>
              <a:t>Si la validación inicial falla, el proceso no termina inmediatamente. En lugar de eso, el sistema contempla una validación alternativa controlada.</a:t>
            </a:r>
          </a:p>
          <a:p>
            <a:r>
              <a:rPr lang="es-ES" dirty="0"/>
              <a:t>Esto es relevante porque en contextos reales pueden existir problemas como:</a:t>
            </a:r>
          </a:p>
          <a:p>
            <a:r>
              <a:rPr lang="es-ES" dirty="0"/>
              <a:t>- mala iluminación, </a:t>
            </a:r>
          </a:p>
          <a:p>
            <a:r>
              <a:rPr lang="es-ES" dirty="0"/>
              <a:t>- fallas de cámara, </a:t>
            </a:r>
          </a:p>
          <a:p>
            <a:r>
              <a:rPr lang="es-ES" dirty="0"/>
              <a:t>- pérdida del QR, </a:t>
            </a:r>
          </a:p>
          <a:p>
            <a:pPr marL="0" indent="0">
              <a:buFontTx/>
              <a:buNone/>
            </a:pPr>
            <a:r>
              <a:rPr lang="es-ES" dirty="0"/>
              <a:t>- errores humanos al ingresar un PIN. </a:t>
            </a:r>
          </a:p>
          <a:p>
            <a:pPr marL="171450" indent="-171450">
              <a:buFontTx/>
              <a:buChar char="-"/>
            </a:pPr>
            <a:endParaRPr lang="es-ES" dirty="0"/>
          </a:p>
          <a:p>
            <a:r>
              <a:rPr lang="es-ES" dirty="0"/>
              <a:t>Por eso, el sistema propone un segundo mecanismo supervisado, evitando rechazar automáticamente una solicitud legítima.</a:t>
            </a:r>
          </a:p>
          <a:p>
            <a:r>
              <a:rPr lang="es-ES" dirty="0"/>
              <a:t>Después de esta validación alternativa, el sistema vuelve a evaluar el resultado:</a:t>
            </a:r>
          </a:p>
          <a:p>
            <a:r>
              <a:rPr lang="es-ES" dirty="0"/>
              <a:t>Si la validación alternativa es exitosa, el flujo continúa normalmente y se registra el evento aprobado. </a:t>
            </a:r>
          </a:p>
          <a:p>
            <a:r>
              <a:rPr lang="es-ES" dirty="0"/>
              <a:t>Si también falla, entonces el sistema registra el intento como fallido o rechazado. </a:t>
            </a:r>
          </a:p>
          <a:p>
            <a:r>
              <a:rPr lang="es-ES" dirty="0"/>
              <a:t>Este registro es importante porque permite mantener trazabilidad y generar evidencia ante situaciones sospechosas o incidentes de seguridad.</a:t>
            </a:r>
          </a:p>
          <a:p>
            <a:r>
              <a:rPr lang="es-ES" dirty="0"/>
              <a:t>Finalmente, el proceso termina ya sea:</a:t>
            </a:r>
          </a:p>
          <a:p>
            <a:r>
              <a:rPr lang="es-ES" dirty="0"/>
              <a:t>- autorizando correctamente la acción, </a:t>
            </a:r>
          </a:p>
          <a:p>
            <a:pPr marL="0" indent="0">
              <a:buFontTx/>
              <a:buNone/>
            </a:pPr>
            <a:r>
              <a:rPr lang="es-ES" dirty="0"/>
              <a:t>- dejando constancia formal de un intento fallido. </a:t>
            </a:r>
          </a:p>
          <a:p>
            <a:pPr marL="0" indent="0">
              <a:buFontTx/>
              <a:buNone/>
            </a:pPr>
            <a:endParaRPr lang="es-ES" dirty="0"/>
          </a:p>
          <a:p>
            <a:r>
              <a:rPr lang="es-ES" dirty="0"/>
              <a:t>En términos generales, este flujo busca entregar mayor seguridad, control y respaldo tanto para la institución como para los apoderados y el personal educativo, manteniendo además un equilibrio entre automatización y supervisión humana.</a:t>
            </a:r>
          </a:p>
          <a:p>
            <a:pPr algn="l"/>
            <a:endParaRPr lang="es-CL" dirty="0"/>
          </a:p>
        </p:txBody>
      </p:sp>
      <p:sp>
        <p:nvSpPr>
          <p:cNvPr id="4" name="Marcador de número de diapositiva 3">
            <a:extLst>
              <a:ext uri="{FF2B5EF4-FFF2-40B4-BE49-F238E27FC236}">
                <a16:creationId xmlns:a16="http://schemas.microsoft.com/office/drawing/2014/main" id="{03232BD1-FD72-6FBC-76EC-E21A0C388389}"/>
              </a:ext>
            </a:extLst>
          </p:cNvPr>
          <p:cNvSpPr>
            <a:spLocks noGrp="1"/>
          </p:cNvSpPr>
          <p:nvPr>
            <p:ph type="sldNum" sz="quarter" idx="5"/>
          </p:nvPr>
        </p:nvSpPr>
        <p:spPr/>
        <p:txBody>
          <a:bodyPr/>
          <a:lstStyle/>
          <a:p>
            <a:fld id="{80AD1966-643A-ED45-BFF9-B0FE18A32E2B}" type="slidenum">
              <a:rPr lang="es-ES_tradnl" smtClean="0"/>
              <a:t>6</a:t>
            </a:fld>
            <a:endParaRPr lang="es-ES_tradnl" dirty="0"/>
          </a:p>
        </p:txBody>
      </p:sp>
    </p:spTree>
    <p:extLst>
      <p:ext uri="{BB962C8B-B14F-4D97-AF65-F5344CB8AC3E}">
        <p14:creationId xmlns:p14="http://schemas.microsoft.com/office/powerpoint/2010/main" val="17724681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L" dirty="0"/>
          </a:p>
        </p:txBody>
      </p:sp>
      <p:sp>
        <p:nvSpPr>
          <p:cNvPr id="3" name="Marcador de notas 2"/>
          <p:cNvSpPr>
            <a:spLocks noGrp="1"/>
          </p:cNvSpPr>
          <p:nvPr>
            <p:ph type="body" idx="1"/>
          </p:nvPr>
        </p:nvSpPr>
        <p:spPr/>
        <p:txBody>
          <a:bodyPr/>
          <a:lstStyle/>
          <a:p>
            <a:r>
              <a:rPr lang="es-ES" dirty="0"/>
              <a:t>Se definieron objetivos específicos como analizar el proceso actual, diseñar el modelo de datos, definir la arquitectura, desarrollar un prototipo funcional y evaluar su funcionamiento.</a:t>
            </a:r>
          </a:p>
          <a:p>
            <a:endParaRPr lang="es-ES" dirty="0"/>
          </a:p>
          <a:p>
            <a:r>
              <a:rPr lang="es-ES" dirty="0"/>
              <a:t>Estos objetivos siguen una lógica progresiva desde el análisis hasta la validación de la solución.</a:t>
            </a:r>
            <a:endParaRPr lang="es-CL" dirty="0"/>
          </a:p>
        </p:txBody>
      </p:sp>
      <p:sp>
        <p:nvSpPr>
          <p:cNvPr id="4" name="Marcador de número de diapositiva 3"/>
          <p:cNvSpPr>
            <a:spLocks noGrp="1"/>
          </p:cNvSpPr>
          <p:nvPr>
            <p:ph type="sldNum" sz="quarter" idx="5"/>
          </p:nvPr>
        </p:nvSpPr>
        <p:spPr/>
        <p:txBody>
          <a:bodyPr/>
          <a:lstStyle/>
          <a:p>
            <a:fld id="{80AD1966-643A-ED45-BFF9-B0FE18A32E2B}" type="slidenum">
              <a:rPr lang="es-ES_tradnl" smtClean="0"/>
              <a:t>7</a:t>
            </a:fld>
            <a:endParaRPr lang="es-ES_tradnl" dirty="0"/>
          </a:p>
        </p:txBody>
      </p:sp>
    </p:spTree>
    <p:extLst>
      <p:ext uri="{BB962C8B-B14F-4D97-AF65-F5344CB8AC3E}">
        <p14:creationId xmlns:p14="http://schemas.microsoft.com/office/powerpoint/2010/main" val="21990524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CD083-83EF-0A4A-D8C0-05CA5649E68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027D96D-C5FF-8C70-4667-D47D3FCA12F1}"/>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1DD1D501-8BF4-9A35-3B69-8EE90C8DD8B0}"/>
              </a:ext>
            </a:extLst>
          </p:cNvPr>
          <p:cNvSpPr>
            <a:spLocks noGrp="1"/>
          </p:cNvSpPr>
          <p:nvPr>
            <p:ph type="body" idx="1"/>
          </p:nvPr>
        </p:nvSpPr>
        <p:spPr/>
        <p:txBody>
          <a:bodyPr/>
          <a:lstStyle/>
          <a:p>
            <a:r>
              <a:rPr lang="es-ES" dirty="0"/>
              <a:t>Se definieron objetivos específicos como analizar el proceso actual, diseñar el modelo de datos, definir la arquitectura, desarrollar un prototipo funcional y evaluar su funcionamiento.</a:t>
            </a:r>
          </a:p>
          <a:p>
            <a:endParaRPr lang="es-ES" dirty="0"/>
          </a:p>
          <a:p>
            <a:r>
              <a:rPr lang="es-ES" dirty="0"/>
              <a:t>Estos objetivos siguen una lógica progresiva desde el análisis hasta la validación de la solución.</a:t>
            </a:r>
            <a:endParaRPr lang="es-CL" dirty="0"/>
          </a:p>
        </p:txBody>
      </p:sp>
      <p:sp>
        <p:nvSpPr>
          <p:cNvPr id="4" name="Marcador de número de diapositiva 3">
            <a:extLst>
              <a:ext uri="{FF2B5EF4-FFF2-40B4-BE49-F238E27FC236}">
                <a16:creationId xmlns:a16="http://schemas.microsoft.com/office/drawing/2014/main" id="{C5C0A1A1-DEAD-727D-CD02-23215782424B}"/>
              </a:ext>
            </a:extLst>
          </p:cNvPr>
          <p:cNvSpPr>
            <a:spLocks noGrp="1"/>
          </p:cNvSpPr>
          <p:nvPr>
            <p:ph type="sldNum" sz="quarter" idx="5"/>
          </p:nvPr>
        </p:nvSpPr>
        <p:spPr/>
        <p:txBody>
          <a:bodyPr/>
          <a:lstStyle/>
          <a:p>
            <a:fld id="{80AD1966-643A-ED45-BFF9-B0FE18A32E2B}" type="slidenum">
              <a:rPr lang="es-ES_tradnl" smtClean="0"/>
              <a:t>8</a:t>
            </a:fld>
            <a:endParaRPr lang="es-ES_tradnl" dirty="0"/>
          </a:p>
        </p:txBody>
      </p:sp>
    </p:spTree>
    <p:extLst>
      <p:ext uri="{BB962C8B-B14F-4D97-AF65-F5344CB8AC3E}">
        <p14:creationId xmlns:p14="http://schemas.microsoft.com/office/powerpoint/2010/main" val="40752341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L" dirty="0"/>
          </a:p>
        </p:txBody>
      </p:sp>
      <p:sp>
        <p:nvSpPr>
          <p:cNvPr id="3" name="Marcador de notas 2"/>
          <p:cNvSpPr>
            <a:spLocks noGrp="1"/>
          </p:cNvSpPr>
          <p:nvPr>
            <p:ph type="body" idx="1"/>
          </p:nvPr>
        </p:nvSpPr>
        <p:spPr/>
        <p:txBody>
          <a:bodyPr/>
          <a:lstStyle/>
          <a:p>
            <a:r>
              <a:rPr lang="es-ES" dirty="0"/>
              <a:t>En cuanto a la gestión de alcance, el proyecto se divide en cinco etapas principales: análisis, diseño, desarrollo, pruebas y cierre.</a:t>
            </a:r>
          </a:p>
          <a:p>
            <a:endParaRPr lang="es-ES" dirty="0"/>
          </a:p>
          <a:p>
            <a:r>
              <a:rPr lang="es-ES" dirty="0"/>
              <a:t>Cada una de estas etapas incluye tareas especificas que permiten avanzar de manera estructurada desde la identificación del problema hasta la validación de la solución.</a:t>
            </a:r>
          </a:p>
          <a:p>
            <a:endParaRPr lang="es-ES" dirty="0"/>
          </a:p>
          <a:p>
            <a:r>
              <a:rPr lang="es-ES" dirty="0"/>
              <a:t>Sin embargo, para poder ejecutar este plan de manera efectiva, es necesario descomponer cada una de estas fases en tareas más específicas.</a:t>
            </a:r>
          </a:p>
          <a:p>
            <a:endParaRPr lang="es-ES" dirty="0"/>
          </a:p>
          <a:p>
            <a:r>
              <a:rPr lang="es-ES" dirty="0"/>
              <a:t>Para ello se utiliza la estructura de desglose del trabajo, o EDT.</a:t>
            </a:r>
          </a:p>
          <a:p>
            <a:endParaRPr lang="es-CL" dirty="0"/>
          </a:p>
        </p:txBody>
      </p:sp>
      <p:sp>
        <p:nvSpPr>
          <p:cNvPr id="4" name="Marcador de número de diapositiva 3"/>
          <p:cNvSpPr>
            <a:spLocks noGrp="1"/>
          </p:cNvSpPr>
          <p:nvPr>
            <p:ph type="sldNum" sz="quarter" idx="5"/>
          </p:nvPr>
        </p:nvSpPr>
        <p:spPr/>
        <p:txBody>
          <a:bodyPr/>
          <a:lstStyle/>
          <a:p>
            <a:fld id="{80AD1966-643A-ED45-BFF9-B0FE18A32E2B}" type="slidenum">
              <a:rPr lang="es-ES_tradnl" smtClean="0"/>
              <a:t>9</a:t>
            </a:fld>
            <a:endParaRPr lang="es-ES_tradnl" dirty="0"/>
          </a:p>
        </p:txBody>
      </p:sp>
    </p:spTree>
    <p:extLst>
      <p:ext uri="{BB962C8B-B14F-4D97-AF65-F5344CB8AC3E}">
        <p14:creationId xmlns:p14="http://schemas.microsoft.com/office/powerpoint/2010/main" val="17881068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L" dirty="0"/>
          </a:p>
        </p:txBody>
      </p:sp>
      <p:sp>
        <p:nvSpPr>
          <p:cNvPr id="3" name="Marcador de notas 2"/>
          <p:cNvSpPr>
            <a:spLocks noGrp="1"/>
          </p:cNvSpPr>
          <p:nvPr>
            <p:ph type="body" idx="1"/>
          </p:nvPr>
        </p:nvSpPr>
        <p:spPr/>
        <p:txBody>
          <a:bodyPr/>
          <a:lstStyle/>
          <a:p>
            <a:r>
              <a:rPr lang="es-ES" dirty="0"/>
              <a:t>A diferencia del plan de alcance, que muestra las fases generales del proyecto, la EDT detalla el trabajo específico que debe realizarse en cada etapa.</a:t>
            </a:r>
          </a:p>
          <a:p>
            <a:endParaRPr lang="es-ES" dirty="0"/>
          </a:p>
          <a:p>
            <a:r>
              <a:rPr lang="es-ES" dirty="0"/>
              <a:t>En este caso, el proyecto se divide en cinco etapas.</a:t>
            </a:r>
          </a:p>
          <a:p>
            <a:endParaRPr lang="es-ES" dirty="0"/>
          </a:p>
          <a:p>
            <a:r>
              <a:rPr lang="es-ES" dirty="0"/>
              <a:t>Cada una de estas etapas incluye tareas concretas que permiten avanzar de manera estructurada desde la identificación del problema hasta la validación de la solución.</a:t>
            </a:r>
          </a:p>
          <a:p>
            <a:endParaRPr lang="es-ES" dirty="0"/>
          </a:p>
          <a:p>
            <a:r>
              <a:rPr lang="es-ES" dirty="0"/>
              <a:t>Por ejemplo, en la fase de análisis se consideran actividades como encuestas y levantamiento de información, mientras que en el desarrollo se implementan funcionalidades como el registro de eventos y la validación de identidad.</a:t>
            </a:r>
          </a:p>
          <a:p>
            <a:endParaRPr lang="es-ES" dirty="0"/>
          </a:p>
          <a:p>
            <a:r>
              <a:rPr lang="es-ES" dirty="0"/>
              <a:t>De esta forma, la EDT traduce el alcance del proyecto en trabajo concreto, permitiendo un mayor control y seguimiento del avance.</a:t>
            </a:r>
          </a:p>
          <a:p>
            <a:endParaRPr lang="es-ES" dirty="0"/>
          </a:p>
          <a:p>
            <a:r>
              <a:rPr lang="es-ES" dirty="0"/>
              <a:t>Esto asegura que el proyecto incluya todo el trabajo necesario, sin agregar tareas innecesarias.</a:t>
            </a:r>
          </a:p>
          <a:p>
            <a:endParaRPr lang="es-CL" dirty="0"/>
          </a:p>
        </p:txBody>
      </p:sp>
      <p:sp>
        <p:nvSpPr>
          <p:cNvPr id="4" name="Marcador de número de diapositiva 3"/>
          <p:cNvSpPr>
            <a:spLocks noGrp="1"/>
          </p:cNvSpPr>
          <p:nvPr>
            <p:ph type="sldNum" sz="quarter" idx="5"/>
          </p:nvPr>
        </p:nvSpPr>
        <p:spPr/>
        <p:txBody>
          <a:bodyPr/>
          <a:lstStyle/>
          <a:p>
            <a:fld id="{80AD1966-643A-ED45-BFF9-B0FE18A32E2B}" type="slidenum">
              <a:rPr lang="es-ES_tradnl" smtClean="0"/>
              <a:t>10</a:t>
            </a:fld>
            <a:endParaRPr lang="es-ES_tradnl" dirty="0"/>
          </a:p>
        </p:txBody>
      </p:sp>
    </p:spTree>
    <p:extLst>
      <p:ext uri="{BB962C8B-B14F-4D97-AF65-F5344CB8AC3E}">
        <p14:creationId xmlns:p14="http://schemas.microsoft.com/office/powerpoint/2010/main" val="4393817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L"/>
          </a:p>
        </p:txBody>
      </p:sp>
      <p:sp>
        <p:nvSpPr>
          <p:cNvPr id="3" name="Marcador de notas 2"/>
          <p:cNvSpPr>
            <a:spLocks noGrp="1"/>
          </p:cNvSpPr>
          <p:nvPr>
            <p:ph type="body" idx="1"/>
          </p:nvPr>
        </p:nvSpPr>
        <p:spPr/>
        <p:txBody>
          <a:bodyPr/>
          <a:lstStyle/>
          <a:p>
            <a:pPr marL="0" indent="0">
              <a:buFontTx/>
              <a:buNone/>
            </a:pPr>
            <a:r>
              <a:rPr lang="es-ES" dirty="0"/>
              <a:t>En esta diapositiva se presentan los principales riesgos identificados para el proyecto.</a:t>
            </a:r>
          </a:p>
          <a:p>
            <a:pPr marL="0" indent="0">
              <a:buFontTx/>
              <a:buNone/>
            </a:pPr>
            <a:endParaRPr lang="es-ES" dirty="0"/>
          </a:p>
          <a:p>
            <a:pPr marL="0" indent="0">
              <a:buFontTx/>
              <a:buNone/>
            </a:pPr>
            <a:r>
              <a:rPr lang="es-ES" dirty="0"/>
              <a:t>Estos riesgos fueron definidos considerando situaciones reales del proceso de ingreso, salida y retiro de estudiantes, especialmente en horarios de alta demanda, donde intervienen factores humanos, operativos y tecnológicos.</a:t>
            </a:r>
          </a:p>
          <a:p>
            <a:pPr marL="0" indent="0">
              <a:buFontTx/>
              <a:buNone/>
            </a:pPr>
            <a:endParaRPr lang="es-ES" dirty="0"/>
          </a:p>
          <a:p>
            <a:pPr marL="0" indent="0">
              <a:buFontTx/>
              <a:buNone/>
            </a:pPr>
            <a:r>
              <a:rPr lang="es-ES" dirty="0"/>
              <a:t>Los primeros riesgos se relacionan con la seguridad del proceso. Por ejemplo, una validación incorrecta de identidad o el uso indebido de un QR o PIN pueden generar autorizaciones equivocadas. Por eso, la mitigación propuesta considera validación obligatoria en el sistema, mecanismos con expiración, validación secundaria y registro de cada evento.</a:t>
            </a:r>
          </a:p>
          <a:p>
            <a:pPr marL="0" indent="0">
              <a:buFontTx/>
              <a:buNone/>
            </a:pPr>
            <a:endParaRPr lang="es-ES" dirty="0"/>
          </a:p>
          <a:p>
            <a:pPr marL="0" indent="0">
              <a:buFontTx/>
              <a:buNone/>
            </a:pPr>
            <a:r>
              <a:rPr lang="es-ES" dirty="0"/>
              <a:t>También se identifican riesgos asociados a la gestión de información, como datos desactualizados sobre quien puede retirar a un estudiante. Para esto, el sistema propone centralizar las autorizaciones y mantener registro de los cambios realizados.</a:t>
            </a:r>
          </a:p>
          <a:p>
            <a:pPr marL="0" indent="0">
              <a:buFontTx/>
              <a:buNone/>
            </a:pPr>
            <a:endParaRPr lang="es-ES" dirty="0"/>
          </a:p>
          <a:p>
            <a:pPr marL="0" indent="0">
              <a:buFontTx/>
              <a:buNone/>
            </a:pPr>
            <a:r>
              <a:rPr lang="es-ES" dirty="0"/>
              <a:t>Otro riesgo importante es la alta carga operativa en horarios de salida. En esos momentos, el personal puede actuar bajo presión, aumentando la posibilidad de errores. Por eso, el sistema debe tener un flujo rápido, guiado y enfocado en acciones criticas.</a:t>
            </a:r>
          </a:p>
          <a:p>
            <a:pPr marL="0" indent="0">
              <a:buFontTx/>
              <a:buNone/>
            </a:pPr>
            <a:endParaRPr lang="es-ES" dirty="0"/>
          </a:p>
          <a:p>
            <a:pPr marL="0" indent="0">
              <a:buFontTx/>
              <a:buNone/>
            </a:pPr>
            <a:r>
              <a:rPr lang="es-ES" dirty="0"/>
              <a:t>Finalmente, se considera la posible falla de algún método de autenticación. Como el sistema contempla validación multimodo, si un mecanismo falla, se puede aplicar una validación alternativa controlada.</a:t>
            </a:r>
          </a:p>
          <a:p>
            <a:pPr marL="0" indent="0">
              <a:buFontTx/>
              <a:buNone/>
            </a:pPr>
            <a:endParaRPr lang="es-ES" dirty="0"/>
          </a:p>
          <a:p>
            <a:pPr marL="0" indent="0">
              <a:buFontTx/>
              <a:buNone/>
            </a:pPr>
            <a:r>
              <a:rPr lang="es-ES" dirty="0"/>
              <a:t>En resumen, estos riesgos muestran que la solución no solo debe ser tecnológicamente correcta, sino también usable, trazable y adaptable al contexto real de una institución educativa.</a:t>
            </a:r>
          </a:p>
          <a:p>
            <a:pPr marL="0" indent="0">
              <a:buFontTx/>
              <a:buNone/>
            </a:pPr>
            <a:endParaRPr lang="es-CL" dirty="0"/>
          </a:p>
        </p:txBody>
      </p:sp>
      <p:sp>
        <p:nvSpPr>
          <p:cNvPr id="4" name="Marcador de número de diapositiva 3"/>
          <p:cNvSpPr>
            <a:spLocks noGrp="1"/>
          </p:cNvSpPr>
          <p:nvPr>
            <p:ph type="sldNum" sz="quarter" idx="5"/>
          </p:nvPr>
        </p:nvSpPr>
        <p:spPr/>
        <p:txBody>
          <a:bodyPr/>
          <a:lstStyle/>
          <a:p>
            <a:fld id="{80AD1966-643A-ED45-BFF9-B0FE18A32E2B}" type="slidenum">
              <a:rPr lang="es-ES_tradnl" smtClean="0"/>
              <a:t>11</a:t>
            </a:fld>
            <a:endParaRPr lang="es-ES_tradnl" dirty="0"/>
          </a:p>
        </p:txBody>
      </p:sp>
    </p:spTree>
    <p:extLst>
      <p:ext uri="{BB962C8B-B14F-4D97-AF65-F5344CB8AC3E}">
        <p14:creationId xmlns:p14="http://schemas.microsoft.com/office/powerpoint/2010/main" val="4319983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8DA4A-1199-BACD-72CF-F947FF7D6BD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B08F869-F09B-B699-6AEE-F2A848FFF64B}"/>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9F8B7D02-D13C-1E13-23F8-A7C9836935EC}"/>
              </a:ext>
            </a:extLst>
          </p:cNvPr>
          <p:cNvSpPr>
            <a:spLocks noGrp="1"/>
          </p:cNvSpPr>
          <p:nvPr>
            <p:ph type="body" idx="1"/>
          </p:nvPr>
        </p:nvSpPr>
        <p:spPr/>
        <p:txBody>
          <a:bodyPr/>
          <a:lstStyle/>
          <a:p>
            <a:pPr algn="l"/>
            <a:r>
              <a:rPr lang="es-ES" dirty="0"/>
              <a:t>Esta segunda tabla agrupa riesgos relacionados con uso, adopción y trazabilidad.</a:t>
            </a:r>
          </a:p>
          <a:p>
            <a:pPr algn="l"/>
            <a:endParaRPr lang="es-ES" dirty="0"/>
          </a:p>
          <a:p>
            <a:pPr algn="l"/>
            <a:r>
              <a:rPr lang="es-ES" dirty="0"/>
              <a:t>El punto más crítico es que el sistema valide acciones pero no registre eventos, ya que eso afectaría directamente el objetivo de trazabilidad.</a:t>
            </a:r>
          </a:p>
          <a:p>
            <a:pPr algn="l"/>
            <a:endParaRPr lang="es-ES" dirty="0"/>
          </a:p>
          <a:p>
            <a:pPr algn="l"/>
            <a:r>
              <a:rPr lang="es-ES" dirty="0"/>
              <a:t>También se consideran riesgos como baja usabilidad, desconfianza de usuarios y limitaciones propias de probar el MVP en un entorno controlado.</a:t>
            </a:r>
          </a:p>
          <a:p>
            <a:pPr algn="l"/>
            <a:endParaRPr lang="es-ES" dirty="0"/>
          </a:p>
          <a:p>
            <a:pPr algn="l"/>
            <a:r>
              <a:rPr lang="es-ES" dirty="0"/>
              <a:t>Por eso, las mitigaciones se enfocan en una interfaz simple, registro obligatorio, pruebas con usuarios y documentación clara de las limitaciones del prototipo.</a:t>
            </a:r>
            <a:endParaRPr lang="es-CL" dirty="0"/>
          </a:p>
        </p:txBody>
      </p:sp>
      <p:sp>
        <p:nvSpPr>
          <p:cNvPr id="4" name="Marcador de número de diapositiva 3">
            <a:extLst>
              <a:ext uri="{FF2B5EF4-FFF2-40B4-BE49-F238E27FC236}">
                <a16:creationId xmlns:a16="http://schemas.microsoft.com/office/drawing/2014/main" id="{68289B01-50A4-05A3-392A-0880E0E05286}"/>
              </a:ext>
            </a:extLst>
          </p:cNvPr>
          <p:cNvSpPr>
            <a:spLocks noGrp="1"/>
          </p:cNvSpPr>
          <p:nvPr>
            <p:ph type="sldNum" sz="quarter" idx="5"/>
          </p:nvPr>
        </p:nvSpPr>
        <p:spPr/>
        <p:txBody>
          <a:bodyPr/>
          <a:lstStyle/>
          <a:p>
            <a:fld id="{80AD1966-643A-ED45-BFF9-B0FE18A32E2B}" type="slidenum">
              <a:rPr lang="es-ES_tradnl" smtClean="0"/>
              <a:t>12</a:t>
            </a:fld>
            <a:endParaRPr lang="es-ES_tradnl" dirty="0"/>
          </a:p>
        </p:txBody>
      </p:sp>
    </p:spTree>
    <p:extLst>
      <p:ext uri="{BB962C8B-B14F-4D97-AF65-F5344CB8AC3E}">
        <p14:creationId xmlns:p14="http://schemas.microsoft.com/office/powerpoint/2010/main" val="2874532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27B63-2B37-9DF4-7018-173090ECA6B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4CDA608-DCAC-A1B5-821B-68FE8B87BB2B}"/>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78ACCA83-3EE5-18DE-36E1-DA649B1D452C}"/>
              </a:ext>
            </a:extLst>
          </p:cNvPr>
          <p:cNvSpPr>
            <a:spLocks noGrp="1"/>
          </p:cNvSpPr>
          <p:nvPr>
            <p:ph type="body" idx="1"/>
          </p:nvPr>
        </p:nvSpPr>
        <p:spPr/>
        <p:txBody>
          <a:bodyPr/>
          <a:lstStyle/>
          <a:p>
            <a:pPr algn="l"/>
            <a:r>
              <a:rPr lang="es-ES" dirty="0"/>
              <a:t>Este mapa de calor nos permite visualizar los riesgos según su probabilidad e impacto.</a:t>
            </a:r>
          </a:p>
          <a:p>
            <a:pPr algn="l"/>
            <a:endParaRPr lang="es-ES" dirty="0"/>
          </a:p>
          <a:p>
            <a:pPr algn="l"/>
            <a:r>
              <a:rPr lang="es-ES" dirty="0"/>
              <a:t>Podemos observar que los riesgos más críticos se concentran en la zona superior derecha, los cuales están directamente relacionados con la seguridad del proceso, como la validación incorrecta de identidad o el uso indebido de credenciales.</a:t>
            </a:r>
          </a:p>
          <a:p>
            <a:pPr algn="l"/>
            <a:endParaRPr lang="es-ES" dirty="0"/>
          </a:p>
          <a:p>
            <a:pPr algn="l"/>
            <a:r>
              <a:rPr lang="es-ES" dirty="0"/>
              <a:t>Un punto importante es que la mayoría de los riesgos críticos no son tecnológicos, sino que están relacionados con el factor humano y la gestión del proceso.</a:t>
            </a:r>
          </a:p>
          <a:p>
            <a:pPr algn="l"/>
            <a:endParaRPr lang="es-ES" dirty="0"/>
          </a:p>
          <a:p>
            <a:pPr algn="l"/>
            <a:r>
              <a:rPr lang="es-ES" dirty="0"/>
              <a:t>En cambio, los riesgos de menor impacto están asociados a aspectos de experiencia de usuario, los cuales no afectan el funcionamiento principal del sistema.</a:t>
            </a:r>
          </a:p>
        </p:txBody>
      </p:sp>
      <p:sp>
        <p:nvSpPr>
          <p:cNvPr id="4" name="Marcador de número de diapositiva 3">
            <a:extLst>
              <a:ext uri="{FF2B5EF4-FFF2-40B4-BE49-F238E27FC236}">
                <a16:creationId xmlns:a16="http://schemas.microsoft.com/office/drawing/2014/main" id="{B63435A5-D593-6E7C-985F-9614904185C2}"/>
              </a:ext>
            </a:extLst>
          </p:cNvPr>
          <p:cNvSpPr>
            <a:spLocks noGrp="1"/>
          </p:cNvSpPr>
          <p:nvPr>
            <p:ph type="sldNum" sz="quarter" idx="5"/>
          </p:nvPr>
        </p:nvSpPr>
        <p:spPr/>
        <p:txBody>
          <a:bodyPr/>
          <a:lstStyle/>
          <a:p>
            <a:fld id="{80AD1966-643A-ED45-BFF9-B0FE18A32E2B}" type="slidenum">
              <a:rPr lang="es-ES_tradnl" smtClean="0"/>
              <a:t>13</a:t>
            </a:fld>
            <a:endParaRPr lang="es-ES_tradnl" dirty="0"/>
          </a:p>
        </p:txBody>
      </p:sp>
    </p:spTree>
    <p:extLst>
      <p:ext uri="{BB962C8B-B14F-4D97-AF65-F5344CB8AC3E}">
        <p14:creationId xmlns:p14="http://schemas.microsoft.com/office/powerpoint/2010/main" val="31394149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FCF27-C13B-A119-770C-7136F39A864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457215-58F8-EEDD-8101-C3B68345183C}"/>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3FD178F5-3F7E-6736-5F1D-A74C877AC6A8}"/>
              </a:ext>
            </a:extLst>
          </p:cNvPr>
          <p:cNvSpPr>
            <a:spLocks noGrp="1"/>
          </p:cNvSpPr>
          <p:nvPr>
            <p:ph type="body" idx="1"/>
          </p:nvPr>
        </p:nvSpPr>
        <p:spPr/>
        <p:txBody>
          <a:bodyPr/>
          <a:lstStyle/>
          <a:p>
            <a:r>
              <a:rPr lang="es-ES" dirty="0"/>
              <a:t>En esta diapositiva se presenta el plan de gestión de calidad.</a:t>
            </a:r>
          </a:p>
          <a:p>
            <a:r>
              <a:rPr lang="es-ES" dirty="0"/>
              <a:t>El objetivo es validar que el MVP funcione correctamente antes de considerarlo listo para demo o despliegue. Para eso se trabaja primero en un ambiente staging, donde se prueban los flujos sin afectar datos reales.</a:t>
            </a:r>
          </a:p>
          <a:p>
            <a:r>
              <a:rPr lang="es-ES" dirty="0"/>
              <a:t>Luego se ejecutan pruebas de integración, para asegurar que la interfaz, la lógica del sistema y las bases de datos funcionen correctamente entre si.</a:t>
            </a:r>
          </a:p>
          <a:p>
            <a:r>
              <a:rPr lang="es-ES" dirty="0"/>
              <a:t>También se consideran pruebas funcionales, orientadas a validar los flujos principales: login por rol, registro de ingreso o salida, trazabilidad y contingencias.</a:t>
            </a:r>
          </a:p>
          <a:p>
            <a:r>
              <a:rPr lang="es-ES" dirty="0"/>
              <a:t>La automatización con Playwright permite simular acciones reales del usuario y generar evidencia mediante capturas o reportes.</a:t>
            </a:r>
          </a:p>
          <a:p>
            <a:r>
              <a:rPr lang="es-ES" dirty="0"/>
              <a:t>Finalmente, solo después de validar estos puntos, el MVP se podría pasar a un ambiente productivo.</a:t>
            </a:r>
          </a:p>
          <a:p>
            <a:r>
              <a:rPr lang="es-ES" dirty="0"/>
              <a:t>La idea central es que la calidad se controla con pruebas, evidencia y mejora continua.</a:t>
            </a:r>
          </a:p>
          <a:p>
            <a:pPr algn="l"/>
            <a:endParaRPr lang="es-ES" dirty="0"/>
          </a:p>
          <a:p>
            <a:pPr algn="l"/>
            <a:endParaRPr lang="es-CL" dirty="0"/>
          </a:p>
        </p:txBody>
      </p:sp>
      <p:sp>
        <p:nvSpPr>
          <p:cNvPr id="4" name="Marcador de número de diapositiva 3">
            <a:extLst>
              <a:ext uri="{FF2B5EF4-FFF2-40B4-BE49-F238E27FC236}">
                <a16:creationId xmlns:a16="http://schemas.microsoft.com/office/drawing/2014/main" id="{CCC851E9-6A03-A738-1035-187B67D949D5}"/>
              </a:ext>
            </a:extLst>
          </p:cNvPr>
          <p:cNvSpPr>
            <a:spLocks noGrp="1"/>
          </p:cNvSpPr>
          <p:nvPr>
            <p:ph type="sldNum" sz="quarter" idx="5"/>
          </p:nvPr>
        </p:nvSpPr>
        <p:spPr/>
        <p:txBody>
          <a:bodyPr/>
          <a:lstStyle/>
          <a:p>
            <a:fld id="{80AD1966-643A-ED45-BFF9-B0FE18A32E2B}" type="slidenum">
              <a:rPr lang="es-ES_tradnl" smtClean="0"/>
              <a:t>14</a:t>
            </a:fld>
            <a:endParaRPr lang="es-ES_tradnl" dirty="0"/>
          </a:p>
        </p:txBody>
      </p:sp>
    </p:spTree>
    <p:extLst>
      <p:ext uri="{BB962C8B-B14F-4D97-AF65-F5344CB8AC3E}">
        <p14:creationId xmlns:p14="http://schemas.microsoft.com/office/powerpoint/2010/main" val="614524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93641-DD49-E748-6B50-8B351755301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09BA2CA-BE35-5940-858F-F5697773562A}"/>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2F68A342-83F4-BBE9-BD44-45B6DF6C05F5}"/>
              </a:ext>
            </a:extLst>
          </p:cNvPr>
          <p:cNvSpPr>
            <a:spLocks noGrp="1"/>
          </p:cNvSpPr>
          <p:nvPr>
            <p:ph type="body" idx="1"/>
          </p:nvPr>
        </p:nvSpPr>
        <p:spPr/>
        <p:txBody>
          <a:bodyPr/>
          <a:lstStyle/>
          <a:p>
            <a:pPr algn="l"/>
            <a:r>
              <a:rPr lang="es-ES" i="1" dirty="0"/>
              <a:t>¿Cómo gestiono y ejecuto el trabajo en el día a día?</a:t>
            </a:r>
          </a:p>
          <a:p>
            <a:pPr algn="l"/>
            <a:endParaRPr lang="es-ES" dirty="0"/>
          </a:p>
          <a:p>
            <a:pPr algn="l"/>
            <a:r>
              <a:rPr lang="es-ES" dirty="0"/>
              <a:t>“Qué metodología uso y por qué”</a:t>
            </a:r>
          </a:p>
          <a:p>
            <a:pPr algn="l"/>
            <a:endParaRPr lang="es-ES" dirty="0"/>
          </a:p>
          <a:p>
            <a:pPr algn="l"/>
            <a:r>
              <a:rPr lang="es-ES" dirty="0"/>
              <a:t>El proyecto se desarrolla utilizando un enfoque ágil basado en Scrumban, que combina elementos de Scrum y Kanban.</a:t>
            </a:r>
          </a:p>
          <a:p>
            <a:pPr algn="l"/>
            <a:endParaRPr lang="es-ES" dirty="0"/>
          </a:p>
          <a:p>
            <a:pPr algn="l"/>
            <a:r>
              <a:rPr lang="es-ES" dirty="0"/>
              <a:t>Por una parte, se mantiene la planificación estructurada de Scrum, basada en la definición de tareas y objetivos del proyecto.</a:t>
            </a:r>
          </a:p>
          <a:p>
            <a:pPr algn="l"/>
            <a:endParaRPr lang="es-ES" dirty="0"/>
          </a:p>
          <a:p>
            <a:pPr algn="l"/>
            <a:r>
              <a:rPr lang="es-ES" dirty="0"/>
              <a:t>Por otra, se incorpora un flujo continuo de trabajo propio de Kanban, lo que permite gestionar las tareas de manera flexible.</a:t>
            </a:r>
          </a:p>
          <a:p>
            <a:pPr algn="l"/>
            <a:endParaRPr lang="es-ES" dirty="0"/>
          </a:p>
          <a:p>
            <a:pPr algn="l"/>
            <a:r>
              <a:rPr lang="es-ES" dirty="0"/>
              <a:t>Este enfoque es adecuado para el proyecto, ya que permite priorizar las funcionalidades y adaptarse a los resultados obtenidos durante las pruebas.</a:t>
            </a:r>
          </a:p>
          <a:p>
            <a:pPr algn="l"/>
            <a:endParaRPr lang="es-ES" dirty="0"/>
          </a:p>
          <a:p>
            <a:pPr algn="l"/>
            <a:r>
              <a:rPr lang="es-ES" dirty="0"/>
              <a:t>De esta forma, se logra una ejecución progresiva y controlada del sistema.</a:t>
            </a:r>
          </a:p>
          <a:p>
            <a:pPr algn="l"/>
            <a:endParaRPr lang="es-CL" dirty="0"/>
          </a:p>
        </p:txBody>
      </p:sp>
      <p:sp>
        <p:nvSpPr>
          <p:cNvPr id="4" name="Marcador de número de diapositiva 3">
            <a:extLst>
              <a:ext uri="{FF2B5EF4-FFF2-40B4-BE49-F238E27FC236}">
                <a16:creationId xmlns:a16="http://schemas.microsoft.com/office/drawing/2014/main" id="{9DF87971-8A82-213E-53D6-5B3FE395BCAC}"/>
              </a:ext>
            </a:extLst>
          </p:cNvPr>
          <p:cNvSpPr>
            <a:spLocks noGrp="1"/>
          </p:cNvSpPr>
          <p:nvPr>
            <p:ph type="sldNum" sz="quarter" idx="5"/>
          </p:nvPr>
        </p:nvSpPr>
        <p:spPr/>
        <p:txBody>
          <a:bodyPr/>
          <a:lstStyle/>
          <a:p>
            <a:fld id="{80AD1966-643A-ED45-BFF9-B0FE18A32E2B}" type="slidenum">
              <a:rPr lang="es-ES_tradnl" smtClean="0"/>
              <a:t>15</a:t>
            </a:fld>
            <a:endParaRPr lang="es-ES_tradnl" dirty="0"/>
          </a:p>
        </p:txBody>
      </p:sp>
    </p:spTree>
    <p:extLst>
      <p:ext uri="{BB962C8B-B14F-4D97-AF65-F5344CB8AC3E}">
        <p14:creationId xmlns:p14="http://schemas.microsoft.com/office/powerpoint/2010/main" val="4281287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AA8E6-E910-4A23-95DF-C14F610702F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153A3C1-23E7-142F-A435-BC0B31352E3B}"/>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9FCBCE4E-DC01-891E-33DB-0FAA97DC730F}"/>
              </a:ext>
            </a:extLst>
          </p:cNvPr>
          <p:cNvSpPr>
            <a:spLocks noGrp="1"/>
          </p:cNvSpPr>
          <p:nvPr>
            <p:ph type="body" idx="1"/>
          </p:nvPr>
        </p:nvSpPr>
        <p:spPr/>
        <p:txBody>
          <a:bodyPr/>
          <a:lstStyle/>
          <a:p>
            <a:pPr algn="l"/>
            <a:r>
              <a:rPr lang="es-ES" dirty="0"/>
              <a:t>Esta diapositiva resume cómo se organiza el trabajo del proyecto.</a:t>
            </a:r>
          </a:p>
          <a:p>
            <a:pPr algn="l"/>
            <a:endParaRPr lang="es-ES" dirty="0"/>
          </a:p>
          <a:p>
            <a:pPr algn="l"/>
            <a:r>
              <a:rPr lang="es-ES" dirty="0"/>
              <a:t>Primero se define el backlog con los requerimientos levantados. Luego, las tareas se refinan y priorizan según su importancia para el MVP.</a:t>
            </a:r>
          </a:p>
          <a:p>
            <a:pPr algn="l"/>
            <a:endParaRPr lang="es-ES" dirty="0"/>
          </a:p>
          <a:p>
            <a:pPr algn="l"/>
            <a:r>
              <a:rPr lang="es-ES" dirty="0"/>
              <a:t>Después se construyen e implementan las funcionalidades principales, como el registro de eventos, la validación de identidad y la gestión de usuarios.</a:t>
            </a:r>
          </a:p>
          <a:p>
            <a:pPr algn="l"/>
            <a:endParaRPr lang="es-ES" dirty="0"/>
          </a:p>
          <a:p>
            <a:pPr algn="l"/>
            <a:r>
              <a:rPr lang="es-ES" dirty="0"/>
              <a:t>Finalmente, se validan los resultados mediante pruebas en un entorno controlado.</a:t>
            </a:r>
          </a:p>
          <a:p>
            <a:pPr algn="l"/>
            <a:endParaRPr lang="es-ES" dirty="0"/>
          </a:p>
          <a:p>
            <a:pPr algn="l"/>
            <a:r>
              <a:rPr lang="es-ES" dirty="0"/>
              <a:t>La idea principal es avanzar de manera progresiva, controlada y enfocada en entregar un MVP funcional.</a:t>
            </a:r>
            <a:endParaRPr lang="es-CL" dirty="0"/>
          </a:p>
        </p:txBody>
      </p:sp>
      <p:sp>
        <p:nvSpPr>
          <p:cNvPr id="4" name="Marcador de número de diapositiva 3">
            <a:extLst>
              <a:ext uri="{FF2B5EF4-FFF2-40B4-BE49-F238E27FC236}">
                <a16:creationId xmlns:a16="http://schemas.microsoft.com/office/drawing/2014/main" id="{E47B820D-73D2-FA88-3224-759A35855F54}"/>
              </a:ext>
            </a:extLst>
          </p:cNvPr>
          <p:cNvSpPr>
            <a:spLocks noGrp="1"/>
          </p:cNvSpPr>
          <p:nvPr>
            <p:ph type="sldNum" sz="quarter" idx="5"/>
          </p:nvPr>
        </p:nvSpPr>
        <p:spPr/>
        <p:txBody>
          <a:bodyPr/>
          <a:lstStyle/>
          <a:p>
            <a:fld id="{80AD1966-643A-ED45-BFF9-B0FE18A32E2B}" type="slidenum">
              <a:rPr lang="es-ES_tradnl" smtClean="0"/>
              <a:t>16</a:t>
            </a:fld>
            <a:endParaRPr lang="es-ES_tradnl" dirty="0"/>
          </a:p>
        </p:txBody>
      </p:sp>
    </p:spTree>
    <p:extLst>
      <p:ext uri="{BB962C8B-B14F-4D97-AF65-F5344CB8AC3E}">
        <p14:creationId xmlns:p14="http://schemas.microsoft.com/office/powerpoint/2010/main" val="35063903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32B14-E365-028B-F632-BD03864944D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7605F0C-8795-56AF-98F6-4DD6C0B21FC8}"/>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EE2CB00A-2DA1-3516-2108-175427229F6F}"/>
              </a:ext>
            </a:extLst>
          </p:cNvPr>
          <p:cNvSpPr>
            <a:spLocks noGrp="1"/>
          </p:cNvSpPr>
          <p:nvPr>
            <p:ph type="body" idx="1"/>
          </p:nvPr>
        </p:nvSpPr>
        <p:spPr/>
        <p:txBody>
          <a:bodyPr/>
          <a:lstStyle/>
          <a:p>
            <a:pPr algn="l"/>
            <a:r>
              <a:rPr lang="es-ES" dirty="0"/>
              <a:t>En esta diapositiva se presentan los requerimientos funcionales principales del sistema.</a:t>
            </a:r>
          </a:p>
          <a:p>
            <a:pPr algn="l"/>
            <a:endParaRPr lang="es-ES" dirty="0"/>
          </a:p>
          <a:p>
            <a:pPr algn="l"/>
            <a:r>
              <a:rPr lang="es-ES" dirty="0"/>
              <a:t>Estos requerimientos definen que debe hacer VALIDGATE para resolver el problema identificado.</a:t>
            </a:r>
          </a:p>
          <a:p>
            <a:pPr algn="l"/>
            <a:endParaRPr lang="es-ES" dirty="0"/>
          </a:p>
          <a:p>
            <a:pPr algn="l"/>
            <a:r>
              <a:rPr lang="es-ES" dirty="0"/>
              <a:t>Entre los mas importantes están el registro de estudiantes, apoderados y personas autorizadas, la asociación entre estudiantes y autorizados, y el registro de eventos de ingreso, salida o retiro.</a:t>
            </a:r>
          </a:p>
          <a:p>
            <a:pPr algn="l"/>
            <a:endParaRPr lang="es-ES" dirty="0"/>
          </a:p>
          <a:p>
            <a:pPr algn="l"/>
            <a:r>
              <a:rPr lang="es-ES" dirty="0"/>
              <a:t>También se consideran funciones criticas como la validación de identidad multimétodo, el registro de intentos fallidos y el control de acceso según rol.</a:t>
            </a:r>
          </a:p>
          <a:p>
            <a:pPr algn="l"/>
            <a:endParaRPr lang="es-ES" dirty="0"/>
          </a:p>
          <a:p>
            <a:pPr algn="l"/>
            <a:r>
              <a:rPr lang="es-ES" dirty="0"/>
              <a:t>En resumen, estos requerimientos traducen el problema en funcionalidades concretas que permiten controlar, validar y dejar trazabilidad del proceso.</a:t>
            </a:r>
            <a:endParaRPr lang="es-CL" dirty="0"/>
          </a:p>
        </p:txBody>
      </p:sp>
      <p:sp>
        <p:nvSpPr>
          <p:cNvPr id="4" name="Marcador de número de diapositiva 3">
            <a:extLst>
              <a:ext uri="{FF2B5EF4-FFF2-40B4-BE49-F238E27FC236}">
                <a16:creationId xmlns:a16="http://schemas.microsoft.com/office/drawing/2014/main" id="{29CDDB39-22ED-40B6-E323-43254DDFC9B1}"/>
              </a:ext>
            </a:extLst>
          </p:cNvPr>
          <p:cNvSpPr>
            <a:spLocks noGrp="1"/>
          </p:cNvSpPr>
          <p:nvPr>
            <p:ph type="sldNum" sz="quarter" idx="5"/>
          </p:nvPr>
        </p:nvSpPr>
        <p:spPr/>
        <p:txBody>
          <a:bodyPr/>
          <a:lstStyle/>
          <a:p>
            <a:fld id="{80AD1966-643A-ED45-BFF9-B0FE18A32E2B}" type="slidenum">
              <a:rPr lang="es-ES_tradnl" smtClean="0"/>
              <a:t>17</a:t>
            </a:fld>
            <a:endParaRPr lang="es-ES_tradnl" dirty="0"/>
          </a:p>
        </p:txBody>
      </p:sp>
    </p:spTree>
    <p:extLst>
      <p:ext uri="{BB962C8B-B14F-4D97-AF65-F5344CB8AC3E}">
        <p14:creationId xmlns:p14="http://schemas.microsoft.com/office/powerpoint/2010/main" val="7273021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DA629-C526-1DCF-23C2-89454B2BD4A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0A8FDEF-B8C3-E4B9-08CE-8490B026A252}"/>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0FE5E687-3CDF-2AFE-2F97-DC4D6C294152}"/>
              </a:ext>
            </a:extLst>
          </p:cNvPr>
          <p:cNvSpPr>
            <a:spLocks noGrp="1"/>
          </p:cNvSpPr>
          <p:nvPr>
            <p:ph type="body" idx="1"/>
          </p:nvPr>
        </p:nvSpPr>
        <p:spPr/>
        <p:txBody>
          <a:bodyPr/>
          <a:lstStyle/>
          <a:p>
            <a:pPr algn="l"/>
            <a:r>
              <a:rPr lang="es-ES" dirty="0"/>
              <a:t>En esta diapositiva se muestran los requerimientos no funcionales del sistema.</a:t>
            </a:r>
          </a:p>
          <a:p>
            <a:pPr algn="l"/>
            <a:endParaRPr lang="es-ES" dirty="0"/>
          </a:p>
          <a:p>
            <a:pPr algn="l"/>
            <a:r>
              <a:rPr lang="es-ES" dirty="0"/>
              <a:t>Estos no describen acciones especificas, sino las condiciones de calidad que debe cumplir la solución.</a:t>
            </a:r>
          </a:p>
          <a:p>
            <a:pPr algn="l"/>
            <a:endParaRPr lang="es-ES" dirty="0"/>
          </a:p>
          <a:p>
            <a:pPr algn="l"/>
            <a:r>
              <a:rPr lang="es-ES" dirty="0"/>
              <a:t>Los puntos mas importantes son seguridad, disponibilidad, rendimiento, usabilidad y trazabilidad.</a:t>
            </a:r>
          </a:p>
          <a:p>
            <a:pPr algn="l"/>
            <a:endParaRPr lang="es-ES" dirty="0"/>
          </a:p>
          <a:p>
            <a:pPr algn="l"/>
            <a:r>
              <a:rPr lang="es-ES" dirty="0"/>
              <a:t>Esto es clave porque VALIDGATE trabaja con información sensible de estudiantes y apoderados, por lo que no basta con que el sistema funcione: también debe ser seguro, rápido, simple de usar y capaz de dejar evidencia de cada evento.</a:t>
            </a:r>
          </a:p>
          <a:p>
            <a:pPr algn="l"/>
            <a:endParaRPr lang="es-ES" dirty="0"/>
          </a:p>
          <a:p>
            <a:pPr algn="l"/>
            <a:r>
              <a:rPr lang="es-ES" dirty="0"/>
              <a:t>En síntesis, los requerimientos no funcionales aseguran que la solución sea confiable y adecuada para un entorno educativo real.</a:t>
            </a:r>
          </a:p>
        </p:txBody>
      </p:sp>
      <p:sp>
        <p:nvSpPr>
          <p:cNvPr id="4" name="Marcador de número de diapositiva 3">
            <a:extLst>
              <a:ext uri="{FF2B5EF4-FFF2-40B4-BE49-F238E27FC236}">
                <a16:creationId xmlns:a16="http://schemas.microsoft.com/office/drawing/2014/main" id="{F5D41F43-6747-EA85-8A9E-17C1A1D8D896}"/>
              </a:ext>
            </a:extLst>
          </p:cNvPr>
          <p:cNvSpPr>
            <a:spLocks noGrp="1"/>
          </p:cNvSpPr>
          <p:nvPr>
            <p:ph type="sldNum" sz="quarter" idx="5"/>
          </p:nvPr>
        </p:nvSpPr>
        <p:spPr/>
        <p:txBody>
          <a:bodyPr/>
          <a:lstStyle/>
          <a:p>
            <a:fld id="{80AD1966-643A-ED45-BFF9-B0FE18A32E2B}" type="slidenum">
              <a:rPr lang="es-ES_tradnl" smtClean="0"/>
              <a:t>18</a:t>
            </a:fld>
            <a:endParaRPr lang="es-ES_tradnl" dirty="0"/>
          </a:p>
        </p:txBody>
      </p:sp>
    </p:spTree>
    <p:extLst>
      <p:ext uri="{BB962C8B-B14F-4D97-AF65-F5344CB8AC3E}">
        <p14:creationId xmlns:p14="http://schemas.microsoft.com/office/powerpoint/2010/main" val="15978539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B2640-F228-2704-9744-4A392FBFFE7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D5C9FC8-35B5-FC81-0F13-6B0B0F96356E}"/>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86679733-7407-6100-F162-EA9E4FA97491}"/>
              </a:ext>
            </a:extLst>
          </p:cNvPr>
          <p:cNvSpPr>
            <a:spLocks noGrp="1"/>
          </p:cNvSpPr>
          <p:nvPr>
            <p:ph type="body" idx="1"/>
          </p:nvPr>
        </p:nvSpPr>
        <p:spPr/>
        <p:txBody>
          <a:bodyPr/>
          <a:lstStyle/>
          <a:p>
            <a:r>
              <a:rPr lang="es-ES" sz="1200" b="0" kern="1200" dirty="0">
                <a:solidFill>
                  <a:schemeClr val="tx1"/>
                </a:solidFill>
                <a:effectLst/>
                <a:latin typeface="+mn-lt"/>
                <a:ea typeface="+mn-ea"/>
                <a:cs typeface="+mn-cs"/>
              </a:rPr>
              <a:t>Esta diapositiva resume las tecnologías utilizadas para el proyecto.</a:t>
            </a:r>
          </a:p>
          <a:p>
            <a:endParaRPr lang="es-ES" sz="1200" b="0" kern="1200" dirty="0">
              <a:solidFill>
                <a:schemeClr val="tx1"/>
              </a:solidFill>
              <a:effectLst/>
              <a:latin typeface="+mn-lt"/>
              <a:ea typeface="+mn-ea"/>
              <a:cs typeface="+mn-cs"/>
            </a:endParaRPr>
          </a:p>
          <a:p>
            <a:r>
              <a:rPr lang="es-ES" sz="1200" b="0" kern="1200" dirty="0">
                <a:solidFill>
                  <a:schemeClr val="tx1"/>
                </a:solidFill>
                <a:effectLst/>
                <a:latin typeface="+mn-lt"/>
                <a:ea typeface="+mn-ea"/>
                <a:cs typeface="+mn-cs"/>
              </a:rPr>
              <a:t>Next.js, React y Tailwind permiten construir la interfaz web. Server Actions manejan la lógica del sistema. PostgreSQL y Supabase permiten gestionar datos, autenticación y seguridad. Vercel se usa para el despliegue y GitHub para el control de versiones.</a:t>
            </a:r>
          </a:p>
          <a:p>
            <a:endParaRPr lang="es-ES" sz="1200" b="0" kern="1200" dirty="0">
              <a:solidFill>
                <a:schemeClr val="tx1"/>
              </a:solidFill>
              <a:effectLst/>
              <a:latin typeface="+mn-lt"/>
              <a:ea typeface="+mn-ea"/>
              <a:cs typeface="+mn-cs"/>
            </a:endParaRPr>
          </a:p>
          <a:p>
            <a:r>
              <a:rPr lang="es-ES" sz="1200" b="0" kern="1200" dirty="0">
                <a:solidFill>
                  <a:schemeClr val="tx1"/>
                </a:solidFill>
                <a:effectLst/>
                <a:latin typeface="+mn-lt"/>
                <a:ea typeface="+mn-ea"/>
                <a:cs typeface="+mn-cs"/>
              </a:rPr>
              <a:t>Además, Playwright se considera dentro del plan de calidad para automatizar pruebas de los flujos principales, como login por rol, registro de eventos y validación de navegación.</a:t>
            </a:r>
          </a:p>
          <a:p>
            <a:endParaRPr lang="es-ES" sz="1200" b="0" kern="1200" dirty="0">
              <a:solidFill>
                <a:schemeClr val="tx1"/>
              </a:solidFill>
              <a:effectLst/>
              <a:latin typeface="+mn-lt"/>
              <a:ea typeface="+mn-ea"/>
              <a:cs typeface="+mn-cs"/>
            </a:endParaRPr>
          </a:p>
          <a:p>
            <a:r>
              <a:rPr lang="es-ES" sz="1200" b="0" kern="1200" dirty="0">
                <a:solidFill>
                  <a:schemeClr val="tx1"/>
                </a:solidFill>
                <a:effectLst/>
                <a:latin typeface="+mn-lt"/>
                <a:ea typeface="+mn-ea"/>
                <a:cs typeface="+mn-cs"/>
              </a:rPr>
              <a:t>En conjunto, estas tecnologías permiten desarrollar un MVP moderno, rápido de desplegar y preparado para evolucionar.</a:t>
            </a:r>
          </a:p>
        </p:txBody>
      </p:sp>
      <p:sp>
        <p:nvSpPr>
          <p:cNvPr id="4" name="Marcador de número de diapositiva 3">
            <a:extLst>
              <a:ext uri="{FF2B5EF4-FFF2-40B4-BE49-F238E27FC236}">
                <a16:creationId xmlns:a16="http://schemas.microsoft.com/office/drawing/2014/main" id="{8E82FD92-92FB-424B-DBB4-BE46FA2B3D87}"/>
              </a:ext>
            </a:extLst>
          </p:cNvPr>
          <p:cNvSpPr>
            <a:spLocks noGrp="1"/>
          </p:cNvSpPr>
          <p:nvPr>
            <p:ph type="sldNum" sz="quarter" idx="5"/>
          </p:nvPr>
        </p:nvSpPr>
        <p:spPr/>
        <p:txBody>
          <a:bodyPr/>
          <a:lstStyle/>
          <a:p>
            <a:fld id="{80AD1966-643A-ED45-BFF9-B0FE18A32E2B}" type="slidenum">
              <a:rPr lang="es-ES_tradnl" smtClean="0"/>
              <a:t>19</a:t>
            </a:fld>
            <a:endParaRPr lang="es-ES_tradnl" dirty="0"/>
          </a:p>
        </p:txBody>
      </p:sp>
    </p:spTree>
    <p:extLst>
      <p:ext uri="{BB962C8B-B14F-4D97-AF65-F5344CB8AC3E}">
        <p14:creationId xmlns:p14="http://schemas.microsoft.com/office/powerpoint/2010/main" val="34291453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2E438-3973-075B-0996-0E14E437D9E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386A89F-0AE3-8187-FDC5-C8CE7095B07A}"/>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DE64A3DE-E438-EA08-A1D1-64970E94532B}"/>
              </a:ext>
            </a:extLst>
          </p:cNvPr>
          <p:cNvSpPr>
            <a:spLocks noGrp="1"/>
          </p:cNvSpPr>
          <p:nvPr>
            <p:ph type="body" idx="1"/>
          </p:nvPr>
        </p:nvSpPr>
        <p:spPr/>
        <p:txBody>
          <a:bodyPr/>
          <a:lstStyle/>
          <a:p>
            <a:r>
              <a:rPr lang="es-ES" sz="1200" b="0" kern="1200" dirty="0">
                <a:solidFill>
                  <a:schemeClr val="tx1"/>
                </a:solidFill>
                <a:effectLst/>
                <a:latin typeface="+mn-lt"/>
                <a:ea typeface="+mn-ea"/>
                <a:cs typeface="+mn-cs"/>
              </a:rPr>
              <a:t>En esta diapositiva se presenta la arquitectura general de VALIDGATE, organizada por capas.</a:t>
            </a:r>
          </a:p>
          <a:p>
            <a:endParaRPr lang="es-ES" sz="1200" b="0" kern="1200" dirty="0">
              <a:solidFill>
                <a:schemeClr val="tx1"/>
              </a:solidFill>
              <a:effectLst/>
              <a:latin typeface="+mn-lt"/>
              <a:ea typeface="+mn-ea"/>
              <a:cs typeface="+mn-cs"/>
            </a:endParaRPr>
          </a:p>
          <a:p>
            <a:r>
              <a:rPr lang="es-ES" sz="1200" b="0" kern="1200" dirty="0">
                <a:solidFill>
                  <a:schemeClr val="tx1"/>
                </a:solidFill>
                <a:effectLst/>
                <a:latin typeface="+mn-lt"/>
                <a:ea typeface="+mn-ea"/>
                <a:cs typeface="+mn-cs"/>
              </a:rPr>
              <a:t>Primero está la capa de presentación, donde los usuarios interactúan con la aplicación mediante una interfaz web construida con React, Next.js y Tailwind.</a:t>
            </a:r>
          </a:p>
          <a:p>
            <a:endParaRPr lang="es-ES" sz="1200" b="0" kern="1200" dirty="0">
              <a:solidFill>
                <a:schemeClr val="tx1"/>
              </a:solidFill>
              <a:effectLst/>
              <a:latin typeface="+mn-lt"/>
              <a:ea typeface="+mn-ea"/>
              <a:cs typeface="+mn-cs"/>
            </a:endParaRPr>
          </a:p>
          <a:p>
            <a:r>
              <a:rPr lang="es-ES" sz="1200" b="0" kern="1200" dirty="0">
                <a:solidFill>
                  <a:schemeClr val="tx1"/>
                </a:solidFill>
                <a:effectLst/>
                <a:latin typeface="+mn-lt"/>
                <a:ea typeface="+mn-ea"/>
                <a:cs typeface="+mn-cs"/>
              </a:rPr>
              <a:t>Luego está la capa de aplicación, donde se gestiona la lógica del sistema, como acciones del servidor, validaciones, middleware y control de sesión.</a:t>
            </a:r>
          </a:p>
          <a:p>
            <a:endParaRPr lang="es-ES" sz="1200" b="0" kern="1200" dirty="0">
              <a:solidFill>
                <a:schemeClr val="tx1"/>
              </a:solidFill>
              <a:effectLst/>
              <a:latin typeface="+mn-lt"/>
              <a:ea typeface="+mn-ea"/>
              <a:cs typeface="+mn-cs"/>
            </a:endParaRPr>
          </a:p>
          <a:p>
            <a:r>
              <a:rPr lang="es-ES" sz="1200" b="0" kern="1200" dirty="0">
                <a:solidFill>
                  <a:schemeClr val="tx1"/>
                </a:solidFill>
                <a:effectLst/>
                <a:latin typeface="+mn-lt"/>
                <a:ea typeface="+mn-ea"/>
                <a:cs typeface="+mn-cs"/>
              </a:rPr>
              <a:t>Después se encuentra la capa de datos, apoyada en Supabase, que permite manejar autenticación, acceso seguro y reglas como Row Level Security.</a:t>
            </a:r>
          </a:p>
          <a:p>
            <a:endParaRPr lang="es-ES" sz="1200" b="0" kern="1200" dirty="0">
              <a:solidFill>
                <a:schemeClr val="tx1"/>
              </a:solidFill>
              <a:effectLst/>
              <a:latin typeface="+mn-lt"/>
              <a:ea typeface="+mn-ea"/>
              <a:cs typeface="+mn-cs"/>
            </a:endParaRPr>
          </a:p>
          <a:p>
            <a:r>
              <a:rPr lang="es-ES" sz="1200" b="0" kern="1200" dirty="0">
                <a:solidFill>
                  <a:schemeClr val="tx1"/>
                </a:solidFill>
                <a:effectLst/>
                <a:latin typeface="+mn-lt"/>
                <a:ea typeface="+mn-ea"/>
                <a:cs typeface="+mn-cs"/>
              </a:rPr>
              <a:t>La información se almacena en PostgreSQL, donde se mantienen las tablas relacionales, registros, logs y eventos del sistema.</a:t>
            </a:r>
          </a:p>
          <a:p>
            <a:endParaRPr lang="es-ES" sz="1200" b="0" kern="1200" dirty="0">
              <a:solidFill>
                <a:schemeClr val="tx1"/>
              </a:solidFill>
              <a:effectLst/>
              <a:latin typeface="+mn-lt"/>
              <a:ea typeface="+mn-ea"/>
              <a:cs typeface="+mn-cs"/>
            </a:endParaRPr>
          </a:p>
          <a:p>
            <a:r>
              <a:rPr lang="es-ES" sz="1200" b="0" kern="1200" dirty="0">
                <a:solidFill>
                  <a:schemeClr val="tx1"/>
                </a:solidFill>
                <a:effectLst/>
                <a:latin typeface="+mn-lt"/>
                <a:ea typeface="+mn-ea"/>
                <a:cs typeface="+mn-cs"/>
              </a:rPr>
              <a:t>Finalmente, se incorpora una capa transversal de trazabilidad y seguridad, que permite mantener historial, auditoría, alertas y registro del método de validación utilizado.</a:t>
            </a:r>
          </a:p>
          <a:p>
            <a:endParaRPr lang="es-ES" sz="1200" b="0" kern="1200" dirty="0">
              <a:solidFill>
                <a:schemeClr val="tx1"/>
              </a:solidFill>
              <a:effectLst/>
              <a:latin typeface="+mn-lt"/>
              <a:ea typeface="+mn-ea"/>
              <a:cs typeface="+mn-cs"/>
            </a:endParaRPr>
          </a:p>
          <a:p>
            <a:r>
              <a:rPr lang="es-ES" sz="1200" b="0" kern="1200" dirty="0">
                <a:solidFill>
                  <a:schemeClr val="tx1"/>
                </a:solidFill>
                <a:effectLst/>
                <a:latin typeface="+mn-lt"/>
                <a:ea typeface="+mn-ea"/>
                <a:cs typeface="+mn-cs"/>
              </a:rPr>
              <a:t>En resumen, esta arquitectura permite separar responsabilidades, mantener seguridad por rol y asegurar que cada evento quede registrado de forma trazable.</a:t>
            </a:r>
          </a:p>
        </p:txBody>
      </p:sp>
      <p:sp>
        <p:nvSpPr>
          <p:cNvPr id="4" name="Marcador de número de diapositiva 3">
            <a:extLst>
              <a:ext uri="{FF2B5EF4-FFF2-40B4-BE49-F238E27FC236}">
                <a16:creationId xmlns:a16="http://schemas.microsoft.com/office/drawing/2014/main" id="{1B146481-EBB6-BA04-1BEF-11BD697C1551}"/>
              </a:ext>
            </a:extLst>
          </p:cNvPr>
          <p:cNvSpPr>
            <a:spLocks noGrp="1"/>
          </p:cNvSpPr>
          <p:nvPr>
            <p:ph type="sldNum" sz="quarter" idx="5"/>
          </p:nvPr>
        </p:nvSpPr>
        <p:spPr/>
        <p:txBody>
          <a:bodyPr/>
          <a:lstStyle/>
          <a:p>
            <a:fld id="{80AD1966-643A-ED45-BFF9-B0FE18A32E2B}" type="slidenum">
              <a:rPr lang="es-ES_tradnl" smtClean="0"/>
              <a:t>20</a:t>
            </a:fld>
            <a:endParaRPr lang="es-ES_tradnl" dirty="0"/>
          </a:p>
        </p:txBody>
      </p:sp>
    </p:spTree>
    <p:extLst>
      <p:ext uri="{BB962C8B-B14F-4D97-AF65-F5344CB8AC3E}">
        <p14:creationId xmlns:p14="http://schemas.microsoft.com/office/powerpoint/2010/main" val="40237459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56942-CDD3-F702-943B-4F7AAD5FC86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7386067-5F60-9A95-E12D-789FF9E3C80B}"/>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949A7BB7-6271-76C6-DE0D-275A35CDD4C8}"/>
              </a:ext>
            </a:extLst>
          </p:cNvPr>
          <p:cNvSpPr>
            <a:spLocks noGrp="1"/>
          </p:cNvSpPr>
          <p:nvPr>
            <p:ph type="body" idx="1"/>
          </p:nvPr>
        </p:nvSpPr>
        <p:spPr/>
        <p:txBody>
          <a:bodyPr/>
          <a:lstStyle/>
          <a:p>
            <a:pPr algn="l"/>
            <a:r>
              <a:rPr lang="es-ES" dirty="0"/>
              <a:t>Luego de revisar la arquitectura tecnológica, es importante mostrar cómo esta estructura se traduce en una experiencia de usuario concreta.</a:t>
            </a:r>
          </a:p>
          <a:p>
            <a:pPr algn="l"/>
            <a:endParaRPr lang="es-ES" dirty="0"/>
          </a:p>
          <a:p>
            <a:pPr algn="l"/>
            <a:r>
              <a:rPr lang="es-ES" dirty="0"/>
              <a:t>Las siguientes pantallas representan mockups del MVP desarrolladas dentro de figma. </a:t>
            </a:r>
          </a:p>
          <a:p>
            <a:pPr algn="l"/>
            <a:endParaRPr lang="es-ES" dirty="0"/>
          </a:p>
          <a:p>
            <a:pPr algn="l"/>
            <a:r>
              <a:rPr lang="es-ES" dirty="0"/>
              <a:t>Su objetivo es mostrar cómo se espera que se vea la interfaz y evidenciar cómo la solución organiza la información según el rol del usuario y cómo facilita los principales flujos del sistema.</a:t>
            </a:r>
          </a:p>
          <a:p>
            <a:pPr algn="l"/>
            <a:endParaRPr lang="es-ES" dirty="0"/>
          </a:p>
          <a:p>
            <a:pPr algn="l"/>
            <a:r>
              <a:rPr lang="es-ES" dirty="0"/>
              <a:t>En VALIDGATE, la interfaz no es igual para todos los usuarios. Cada rol visualiza acciones distintas, de acuerdo con sus responsabilidades dentro del proceso de ingreso, salida y retiro de estudiantes.</a:t>
            </a:r>
            <a:endParaRPr lang="es-CL" dirty="0"/>
          </a:p>
        </p:txBody>
      </p:sp>
      <p:sp>
        <p:nvSpPr>
          <p:cNvPr id="4" name="Marcador de número de diapositiva 3">
            <a:extLst>
              <a:ext uri="{FF2B5EF4-FFF2-40B4-BE49-F238E27FC236}">
                <a16:creationId xmlns:a16="http://schemas.microsoft.com/office/drawing/2014/main" id="{91F0AD9A-0724-B03D-44AD-0258C6484D2D}"/>
              </a:ext>
            </a:extLst>
          </p:cNvPr>
          <p:cNvSpPr>
            <a:spLocks noGrp="1"/>
          </p:cNvSpPr>
          <p:nvPr>
            <p:ph type="sldNum" sz="quarter" idx="5"/>
          </p:nvPr>
        </p:nvSpPr>
        <p:spPr/>
        <p:txBody>
          <a:bodyPr/>
          <a:lstStyle/>
          <a:p>
            <a:fld id="{80AD1966-643A-ED45-BFF9-B0FE18A32E2B}" type="slidenum">
              <a:rPr lang="es-ES_tradnl" smtClean="0"/>
              <a:t>21</a:t>
            </a:fld>
            <a:endParaRPr lang="es-ES_tradnl" dirty="0"/>
          </a:p>
        </p:txBody>
      </p:sp>
    </p:spTree>
    <p:extLst>
      <p:ext uri="{BB962C8B-B14F-4D97-AF65-F5344CB8AC3E}">
        <p14:creationId xmlns:p14="http://schemas.microsoft.com/office/powerpoint/2010/main" val="11616905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AB04B-1BF5-03D4-2F40-2DC61D36BE4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9BF8E1A-6291-401A-5E2C-C177A0E1EA14}"/>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BAEBD995-951A-F407-7713-2FAB04F6AFB6}"/>
              </a:ext>
            </a:extLst>
          </p:cNvPr>
          <p:cNvSpPr>
            <a:spLocks noGrp="1"/>
          </p:cNvSpPr>
          <p:nvPr>
            <p:ph type="body" idx="1"/>
          </p:nvPr>
        </p:nvSpPr>
        <p:spPr/>
        <p:txBody>
          <a:bodyPr/>
          <a:lstStyle/>
          <a:p>
            <a:pPr algn="l"/>
            <a:r>
              <a:rPr lang="es-ES" dirty="0"/>
              <a:t>Esta pantalla corresponde a la vista del estudiante.</a:t>
            </a:r>
          </a:p>
          <a:p>
            <a:pPr algn="l"/>
            <a:endParaRPr lang="es-ES" dirty="0"/>
          </a:p>
          <a:p>
            <a:pPr algn="l"/>
            <a:r>
              <a:rPr lang="es-ES" dirty="0"/>
              <a:t>En este caso, la interfaz debe ser más limitada, ya que el estudiante no debe tener control administrativo ni capacidad para autorizar su propio retiro. A menos claro, que el apoderado le haya otorgado permiso.</a:t>
            </a:r>
          </a:p>
          <a:p>
            <a:pPr algn="l"/>
            <a:endParaRPr lang="es-ES" dirty="0"/>
          </a:p>
          <a:p>
            <a:pPr algn="l"/>
            <a:r>
              <a:rPr lang="es-ES" dirty="0"/>
              <a:t>La función principal de esta vista es informativa. El estudiante podría consultar su estado actual, su horario de salida, sus eventos recientes o la información básica de la persona autorizada para retirarlo.</a:t>
            </a:r>
          </a:p>
          <a:p>
            <a:pPr algn="l"/>
            <a:endParaRPr lang="es-ES" dirty="0"/>
          </a:p>
          <a:p>
            <a:pPr algn="l"/>
            <a:r>
              <a:rPr lang="es-ES" dirty="0"/>
              <a:t>También se contempla que, en casos autorizados por la institución y el apoderado, el estudiante pueda solicitar una salida autónoma. Sin embargo, esta solicitud no implica aprobación automática. La autorización final debe depender de las reglas institucionales, del sistema y del personal correspondiente.</a:t>
            </a:r>
          </a:p>
          <a:p>
            <a:pPr algn="l"/>
            <a:endParaRPr lang="es-ES" dirty="0"/>
          </a:p>
          <a:p>
            <a:pPr algn="l"/>
            <a:r>
              <a:rPr lang="es-ES" dirty="0"/>
              <a:t>Esta separación es importante porque permite mantener seguridad y control. El estudiante puede participar del flujo, pero no puede saltarse la validación institucional.</a:t>
            </a:r>
            <a:endParaRPr lang="es-CL" dirty="0"/>
          </a:p>
        </p:txBody>
      </p:sp>
      <p:sp>
        <p:nvSpPr>
          <p:cNvPr id="4" name="Marcador de número de diapositiva 3">
            <a:extLst>
              <a:ext uri="{FF2B5EF4-FFF2-40B4-BE49-F238E27FC236}">
                <a16:creationId xmlns:a16="http://schemas.microsoft.com/office/drawing/2014/main" id="{ABB08577-1CC9-5A60-98F1-F79F50618454}"/>
              </a:ext>
            </a:extLst>
          </p:cNvPr>
          <p:cNvSpPr>
            <a:spLocks noGrp="1"/>
          </p:cNvSpPr>
          <p:nvPr>
            <p:ph type="sldNum" sz="quarter" idx="5"/>
          </p:nvPr>
        </p:nvSpPr>
        <p:spPr/>
        <p:txBody>
          <a:bodyPr/>
          <a:lstStyle/>
          <a:p>
            <a:fld id="{80AD1966-643A-ED45-BFF9-B0FE18A32E2B}" type="slidenum">
              <a:rPr lang="es-ES_tradnl" smtClean="0"/>
              <a:t>22</a:t>
            </a:fld>
            <a:endParaRPr lang="es-ES_tradnl" dirty="0"/>
          </a:p>
        </p:txBody>
      </p:sp>
    </p:spTree>
    <p:extLst>
      <p:ext uri="{BB962C8B-B14F-4D97-AF65-F5344CB8AC3E}">
        <p14:creationId xmlns:p14="http://schemas.microsoft.com/office/powerpoint/2010/main" val="41426331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8D0C7-9AD0-7137-EDE5-57E9DA7D5C5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99991F0-7C84-3857-7F2C-FE333196EEEF}"/>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8FD10083-146D-9151-0840-E28FE96E106B}"/>
              </a:ext>
            </a:extLst>
          </p:cNvPr>
          <p:cNvSpPr>
            <a:spLocks noGrp="1"/>
          </p:cNvSpPr>
          <p:nvPr>
            <p:ph type="body" idx="1"/>
          </p:nvPr>
        </p:nvSpPr>
        <p:spPr/>
        <p:txBody>
          <a:bodyPr/>
          <a:lstStyle/>
          <a:p>
            <a:pPr algn="l"/>
            <a:r>
              <a:rPr lang="es-ES" dirty="0"/>
              <a:t>En esta vista se muestra la experiencia del estudiante.</a:t>
            </a:r>
          </a:p>
          <a:p>
            <a:pPr algn="l"/>
            <a:endParaRPr lang="es-ES" dirty="0"/>
          </a:p>
          <a:p>
            <a:pPr algn="l"/>
            <a:r>
              <a:rPr lang="es-ES" dirty="0"/>
              <a:t>El sistema considera dos casos: estudiantes que tienen permiso para salir solos y estudiantes que necesitan autorización del apoderado.</a:t>
            </a:r>
          </a:p>
          <a:p>
            <a:pPr algn="l"/>
            <a:endParaRPr lang="es-ES" dirty="0"/>
          </a:p>
          <a:p>
            <a:pPr algn="l"/>
            <a:r>
              <a:rPr lang="es-ES" dirty="0"/>
              <a:t>Si el estudiante tiene salida autónoma autorizada, puede registrar su salida usando un método de autenticación vigente. Esa salida queda registrada con fecha, hora, método de validación y resultado, y además queda visible para el apoderado.</a:t>
            </a:r>
          </a:p>
          <a:p>
            <a:pPr algn="l"/>
            <a:endParaRPr lang="es-ES" dirty="0"/>
          </a:p>
          <a:p>
            <a:pPr algn="l"/>
            <a:r>
              <a:rPr lang="es-ES" dirty="0"/>
              <a:t>Si el estudiante no tiene permiso para salir solo, no puede registrar la salida directamente. En ese caso, solo puede enviar una solicitud al apoderado, indicando opcionalmente un motivo.</a:t>
            </a:r>
          </a:p>
          <a:p>
            <a:pPr algn="l"/>
            <a:endParaRPr lang="es-ES" dirty="0"/>
          </a:p>
          <a:p>
            <a:pPr algn="l"/>
            <a:r>
              <a:rPr lang="es-ES" dirty="0"/>
              <a:t>La idea principal es que el estudiante puede iniciar el proceso, pero no autorizar su propia salida. Esto mantiene el control del flujo y evita salidas no autorizadas.</a:t>
            </a:r>
            <a:endParaRPr lang="es-CL" dirty="0"/>
          </a:p>
        </p:txBody>
      </p:sp>
      <p:sp>
        <p:nvSpPr>
          <p:cNvPr id="4" name="Marcador de número de diapositiva 3">
            <a:extLst>
              <a:ext uri="{FF2B5EF4-FFF2-40B4-BE49-F238E27FC236}">
                <a16:creationId xmlns:a16="http://schemas.microsoft.com/office/drawing/2014/main" id="{AA95F358-F821-608B-1F47-1950F457D94D}"/>
              </a:ext>
            </a:extLst>
          </p:cNvPr>
          <p:cNvSpPr>
            <a:spLocks noGrp="1"/>
          </p:cNvSpPr>
          <p:nvPr>
            <p:ph type="sldNum" sz="quarter" idx="5"/>
          </p:nvPr>
        </p:nvSpPr>
        <p:spPr/>
        <p:txBody>
          <a:bodyPr/>
          <a:lstStyle/>
          <a:p>
            <a:fld id="{80AD1966-643A-ED45-BFF9-B0FE18A32E2B}" type="slidenum">
              <a:rPr lang="es-ES_tradnl" smtClean="0"/>
              <a:t>23</a:t>
            </a:fld>
            <a:endParaRPr lang="es-ES_tradnl" dirty="0"/>
          </a:p>
        </p:txBody>
      </p:sp>
    </p:spTree>
    <p:extLst>
      <p:ext uri="{BB962C8B-B14F-4D97-AF65-F5344CB8AC3E}">
        <p14:creationId xmlns:p14="http://schemas.microsoft.com/office/powerpoint/2010/main" val="13912759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3DA47-1436-1020-170F-E5B5CA3CCF4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01E38BC-3968-40C6-5ACB-6645ED7CB1F4}"/>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7E09C41E-E784-211A-F342-7979C0196000}"/>
              </a:ext>
            </a:extLst>
          </p:cNvPr>
          <p:cNvSpPr>
            <a:spLocks noGrp="1"/>
          </p:cNvSpPr>
          <p:nvPr>
            <p:ph type="body" idx="1"/>
          </p:nvPr>
        </p:nvSpPr>
        <p:spPr/>
        <p:txBody>
          <a:bodyPr/>
          <a:lstStyle/>
          <a:p>
            <a:pPr algn="l"/>
            <a:r>
              <a:rPr lang="es-ES" dirty="0"/>
              <a:t>En esta pantalla se presenta la vista orientada al apoderado o responsable de autorizar o retirar al alumno</a:t>
            </a:r>
          </a:p>
          <a:p>
            <a:pPr algn="l"/>
            <a:endParaRPr lang="es-ES" dirty="0"/>
          </a:p>
          <a:p>
            <a:pPr algn="l"/>
            <a:r>
              <a:rPr lang="es-ES" dirty="0"/>
              <a:t>El objetivo principal de esta interfaz es entregar visibilidad sobre los estudiantes vinculados y permitir una gestión simple de la información asociada a ellos.</a:t>
            </a:r>
          </a:p>
          <a:p>
            <a:pPr algn="l"/>
            <a:endParaRPr lang="es-ES" dirty="0"/>
          </a:p>
          <a:p>
            <a:pPr algn="l"/>
            <a:r>
              <a:rPr lang="es-ES" dirty="0"/>
              <a:t>Desde esta vista, el apoderado puede consultar información relevante como el estado del estudiante, los eventos recientes de ingreso o salida, y eventualmente gestionar acciones como solicitar un retiro, revisar horarios o administrar personas autorizadas.</a:t>
            </a:r>
          </a:p>
          <a:p>
            <a:pPr algn="l"/>
            <a:endParaRPr lang="es-ES" dirty="0"/>
          </a:p>
          <a:p>
            <a:pPr algn="l"/>
            <a:r>
              <a:rPr lang="es-ES" dirty="0"/>
              <a:t>Este módulo es importante porque permite reducir la incertidumbre del apoderado respecto a lo que ocurre en el establecimiento. En lugar de depender exclusivamente de llamados, mensajes o comunicación informal, el sistema entrega una trazabilidad básica y centralizada.</a:t>
            </a:r>
          </a:p>
          <a:p>
            <a:pPr algn="l"/>
            <a:endParaRPr lang="es-ES" dirty="0"/>
          </a:p>
          <a:p>
            <a:pPr algn="l"/>
            <a:r>
              <a:rPr lang="es-ES" dirty="0"/>
              <a:t>Además, esta vista se alinea con uno de los objetivos del proyecto: mejorar la confianza y la transparencia del proceso, permitiendo que el apoderado tenga acceso solo a la información correspondiente a sus estudiantes vinculados.</a:t>
            </a:r>
            <a:endParaRPr lang="es-CL" dirty="0"/>
          </a:p>
        </p:txBody>
      </p:sp>
      <p:sp>
        <p:nvSpPr>
          <p:cNvPr id="4" name="Marcador de número de diapositiva 3">
            <a:extLst>
              <a:ext uri="{FF2B5EF4-FFF2-40B4-BE49-F238E27FC236}">
                <a16:creationId xmlns:a16="http://schemas.microsoft.com/office/drawing/2014/main" id="{14A1BE35-15E6-259F-6782-F72A102B07D1}"/>
              </a:ext>
            </a:extLst>
          </p:cNvPr>
          <p:cNvSpPr>
            <a:spLocks noGrp="1"/>
          </p:cNvSpPr>
          <p:nvPr>
            <p:ph type="sldNum" sz="quarter" idx="5"/>
          </p:nvPr>
        </p:nvSpPr>
        <p:spPr/>
        <p:txBody>
          <a:bodyPr/>
          <a:lstStyle/>
          <a:p>
            <a:fld id="{80AD1966-643A-ED45-BFF9-B0FE18A32E2B}" type="slidenum">
              <a:rPr lang="es-ES_tradnl" smtClean="0"/>
              <a:t>24</a:t>
            </a:fld>
            <a:endParaRPr lang="es-ES_tradnl" dirty="0"/>
          </a:p>
        </p:txBody>
      </p:sp>
    </p:spTree>
    <p:extLst>
      <p:ext uri="{BB962C8B-B14F-4D97-AF65-F5344CB8AC3E}">
        <p14:creationId xmlns:p14="http://schemas.microsoft.com/office/powerpoint/2010/main" val="41200815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9A879-296D-3C44-0FF9-304CEFE8F7D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95846B-6EFB-E6B4-D0F7-B239E17FB63A}"/>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F466E400-F59C-AB2F-F84A-F591D947512B}"/>
              </a:ext>
            </a:extLst>
          </p:cNvPr>
          <p:cNvSpPr>
            <a:spLocks noGrp="1"/>
          </p:cNvSpPr>
          <p:nvPr>
            <p:ph type="body" idx="1"/>
          </p:nvPr>
        </p:nvSpPr>
        <p:spPr/>
        <p:txBody>
          <a:bodyPr/>
          <a:lstStyle/>
          <a:p>
            <a:pPr algn="l"/>
            <a:r>
              <a:rPr lang="es-ES" dirty="0"/>
              <a:t>En esta vista se muestra el módulo del apoderado para revisar solicitudes pendientes.</a:t>
            </a:r>
          </a:p>
          <a:p>
            <a:pPr algn="l"/>
            <a:endParaRPr lang="es-ES" dirty="0"/>
          </a:p>
          <a:p>
            <a:pPr algn="l"/>
            <a:r>
              <a:rPr lang="es-ES" dirty="0"/>
              <a:t>Cuando no existen solicitudes, el sistema informa que no hay acciones pendientes.</a:t>
            </a:r>
          </a:p>
          <a:p>
            <a:pPr algn="l"/>
            <a:endParaRPr lang="es-ES" dirty="0"/>
          </a:p>
          <a:p>
            <a:pPr algn="l"/>
            <a:r>
              <a:rPr lang="es-ES" dirty="0"/>
              <a:t>Cuando un estudiante solicita una salida, el apoderado puede ver la información principal: nombre del estudiante, estado actual, hora de solicitud y hora de expiración.</a:t>
            </a:r>
          </a:p>
          <a:p>
            <a:pPr algn="l"/>
            <a:endParaRPr lang="es-ES" dirty="0"/>
          </a:p>
          <a:p>
            <a:pPr algn="l"/>
            <a:r>
              <a:rPr lang="es-ES" dirty="0"/>
              <a:t>Desde esta pantalla, el apoderado puede aprobar o rechazar la solicitud.</a:t>
            </a:r>
          </a:p>
          <a:p>
            <a:pPr algn="l"/>
            <a:endParaRPr lang="es-ES" dirty="0"/>
          </a:p>
          <a:p>
            <a:pPr algn="l"/>
            <a:r>
              <a:rPr lang="es-ES" dirty="0"/>
              <a:t>Esto permite que la autorización quede registrada en el sistema antes de que portería confirme la salida.</a:t>
            </a:r>
            <a:endParaRPr lang="es-CL" dirty="0"/>
          </a:p>
        </p:txBody>
      </p:sp>
      <p:sp>
        <p:nvSpPr>
          <p:cNvPr id="4" name="Marcador de número de diapositiva 3">
            <a:extLst>
              <a:ext uri="{FF2B5EF4-FFF2-40B4-BE49-F238E27FC236}">
                <a16:creationId xmlns:a16="http://schemas.microsoft.com/office/drawing/2014/main" id="{551AAE61-362B-52BB-FE22-A967F874455D}"/>
              </a:ext>
            </a:extLst>
          </p:cNvPr>
          <p:cNvSpPr>
            <a:spLocks noGrp="1"/>
          </p:cNvSpPr>
          <p:nvPr>
            <p:ph type="sldNum" sz="quarter" idx="5"/>
          </p:nvPr>
        </p:nvSpPr>
        <p:spPr/>
        <p:txBody>
          <a:bodyPr/>
          <a:lstStyle/>
          <a:p>
            <a:fld id="{80AD1966-643A-ED45-BFF9-B0FE18A32E2B}" type="slidenum">
              <a:rPr lang="es-ES_tradnl" smtClean="0"/>
              <a:t>25</a:t>
            </a:fld>
            <a:endParaRPr lang="es-ES_tradnl" dirty="0"/>
          </a:p>
        </p:txBody>
      </p:sp>
    </p:spTree>
    <p:extLst>
      <p:ext uri="{BB962C8B-B14F-4D97-AF65-F5344CB8AC3E}">
        <p14:creationId xmlns:p14="http://schemas.microsoft.com/office/powerpoint/2010/main" val="12290680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71E09-5506-A0EA-B66D-AC5A94D8713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FBE9406-8CB7-9BFF-DA6C-9DEA25AC9D3B}"/>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754349D1-36E6-D7D9-65DF-6B7E4EF2DD54}"/>
              </a:ext>
            </a:extLst>
          </p:cNvPr>
          <p:cNvSpPr>
            <a:spLocks noGrp="1"/>
          </p:cNvSpPr>
          <p:nvPr>
            <p:ph type="body" idx="1"/>
          </p:nvPr>
        </p:nvSpPr>
        <p:spPr/>
        <p:txBody>
          <a:bodyPr/>
          <a:lstStyle/>
          <a:p>
            <a:pPr algn="l"/>
            <a:r>
              <a:rPr lang="es-ES" dirty="0"/>
              <a:t>Finalmente, en esta diapositiva se presenta una vista orientada al rol administrativo.</a:t>
            </a:r>
          </a:p>
          <a:p>
            <a:pPr algn="l"/>
            <a:endParaRPr lang="es-ES" dirty="0"/>
          </a:p>
          <a:p>
            <a:pPr algn="l"/>
            <a:r>
              <a:rPr lang="es-ES" dirty="0"/>
              <a:t>A diferencia del apoderado o del estudiante, este rol requiere una visión más amplia del sistema, ya que está asociado a la configuración y gestión interna de la institución.</a:t>
            </a:r>
          </a:p>
          <a:p>
            <a:pPr algn="l"/>
            <a:endParaRPr lang="es-ES" dirty="0"/>
          </a:p>
          <a:p>
            <a:pPr algn="l"/>
            <a:r>
              <a:rPr lang="es-ES" dirty="0"/>
              <a:t>Desde este tipo de interfaz, el administrador puede gestionar información base del sistema, como estudiantes, cursos, apoderados, personas autorizadas y relaciones entre estos actores.</a:t>
            </a:r>
          </a:p>
          <a:p>
            <a:pPr algn="l"/>
            <a:endParaRPr lang="es-ES" dirty="0"/>
          </a:p>
          <a:p>
            <a:pPr algn="l"/>
            <a:r>
              <a:rPr lang="es-ES" dirty="0"/>
              <a:t>Este módulo es fundamental porque permite mantener actualizada la información que luego será utilizada por portería para validar ingresos, salidas o retiros.</a:t>
            </a:r>
          </a:p>
          <a:p>
            <a:pPr algn="l"/>
            <a:endParaRPr lang="es-ES" dirty="0"/>
          </a:p>
          <a:p>
            <a:pPr algn="l"/>
            <a:r>
              <a:rPr lang="es-ES" dirty="0"/>
              <a:t>Uno de los problemas identificados en el análisis fue justamente la existencia de información desactualizada o dispersa. Por eso, esta vista administrativa busca centralizar la gestión de datos y reducir errores operativos derivados de registros informales.</a:t>
            </a:r>
            <a:endParaRPr lang="es-CL" dirty="0"/>
          </a:p>
        </p:txBody>
      </p:sp>
      <p:sp>
        <p:nvSpPr>
          <p:cNvPr id="4" name="Marcador de número de diapositiva 3">
            <a:extLst>
              <a:ext uri="{FF2B5EF4-FFF2-40B4-BE49-F238E27FC236}">
                <a16:creationId xmlns:a16="http://schemas.microsoft.com/office/drawing/2014/main" id="{B90233BB-2457-C88C-C044-EA4B75DAEC51}"/>
              </a:ext>
            </a:extLst>
          </p:cNvPr>
          <p:cNvSpPr>
            <a:spLocks noGrp="1"/>
          </p:cNvSpPr>
          <p:nvPr>
            <p:ph type="sldNum" sz="quarter" idx="5"/>
          </p:nvPr>
        </p:nvSpPr>
        <p:spPr/>
        <p:txBody>
          <a:bodyPr/>
          <a:lstStyle/>
          <a:p>
            <a:fld id="{80AD1966-643A-ED45-BFF9-B0FE18A32E2B}" type="slidenum">
              <a:rPr lang="es-ES_tradnl" smtClean="0"/>
              <a:t>26</a:t>
            </a:fld>
            <a:endParaRPr lang="es-ES_tradnl" dirty="0"/>
          </a:p>
        </p:txBody>
      </p:sp>
    </p:spTree>
    <p:extLst>
      <p:ext uri="{BB962C8B-B14F-4D97-AF65-F5344CB8AC3E}">
        <p14:creationId xmlns:p14="http://schemas.microsoft.com/office/powerpoint/2010/main" val="7788172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A429F-36AF-FC10-0A4A-6077090F638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9DE7C10-90A2-3B00-0B9D-5C5815B55731}"/>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CA416694-30C2-29BF-0AC4-D7792308E924}"/>
              </a:ext>
            </a:extLst>
          </p:cNvPr>
          <p:cNvSpPr>
            <a:spLocks noGrp="1"/>
          </p:cNvSpPr>
          <p:nvPr>
            <p:ph type="body" idx="1"/>
          </p:nvPr>
        </p:nvSpPr>
        <p:spPr/>
        <p:txBody>
          <a:bodyPr/>
          <a:lstStyle/>
          <a:p>
            <a:pPr algn="l"/>
            <a:r>
              <a:rPr lang="es-ES" dirty="0"/>
              <a:t>Esta segunda vista administrativa complementa la anterior, mostrando una perspectiva más operativa del sistema.</a:t>
            </a:r>
          </a:p>
          <a:p>
            <a:pPr algn="l"/>
            <a:endParaRPr lang="es-ES" dirty="0"/>
          </a:p>
          <a:p>
            <a:pPr algn="l"/>
            <a:r>
              <a:rPr lang="es-ES" dirty="0"/>
              <a:t>Aquí el foco está en la consulta, seguimiento y control de eventos registrados. Esto incluye ingresos, salidas, retiros, intentos fallidos, observaciones y posibles anulaciones controladas.</a:t>
            </a:r>
          </a:p>
          <a:p>
            <a:pPr algn="l"/>
            <a:endParaRPr lang="es-ES" dirty="0"/>
          </a:p>
          <a:p>
            <a:pPr algn="l"/>
            <a:r>
              <a:rPr lang="es-ES" dirty="0"/>
              <a:t>Este tipo de vista es relevante porque permite pasar de un registro manual poco trazable a una gestión basada en evidencia.</a:t>
            </a:r>
          </a:p>
          <a:p>
            <a:pPr algn="l"/>
            <a:endParaRPr lang="es-ES" dirty="0"/>
          </a:p>
          <a:p>
            <a:pPr algn="l"/>
            <a:r>
              <a:rPr lang="es-ES" dirty="0"/>
              <a:t>Además, permite que la institución pueda revisar eventos históricos, analizar situaciones excepcionales y contar con respaldo ante consultas de apoderados o incidentes.</a:t>
            </a:r>
          </a:p>
          <a:p>
            <a:pPr algn="l"/>
            <a:endParaRPr lang="es-ES" dirty="0"/>
          </a:p>
          <a:p>
            <a:pPr algn="l"/>
            <a:r>
              <a:rPr lang="es-ES" dirty="0"/>
              <a:t>Desde el punto de vista del proyecto, esta pantalla se relaciona directamente con los requerimientos de trazabilidad, auditoría y control por rol, ya que no todos los usuarios deben tener acceso a la misma información ni a las mismas acciones.</a:t>
            </a:r>
          </a:p>
          <a:p>
            <a:pPr algn="l"/>
            <a:endParaRPr lang="es-ES" dirty="0"/>
          </a:p>
          <a:p>
            <a:pPr algn="l"/>
            <a:r>
              <a:rPr lang="es-ES" dirty="0"/>
              <a:t>En resumen, estos mocks muestran cómo VALIDGATE diferencia los permisos según el tipo de usuario y la condición del estudiante.</a:t>
            </a:r>
          </a:p>
          <a:p>
            <a:pPr algn="l"/>
            <a:endParaRPr lang="es-ES" dirty="0"/>
          </a:p>
          <a:p>
            <a:pPr algn="l"/>
            <a:r>
              <a:rPr lang="es-ES" dirty="0"/>
              <a:t>El estudiante puede solicitar o registrar una salida solo si tiene permiso.</a:t>
            </a:r>
          </a:p>
          <a:p>
            <a:pPr algn="l"/>
            <a:endParaRPr lang="es-ES" dirty="0"/>
          </a:p>
          <a:p>
            <a:pPr algn="l"/>
            <a:r>
              <a:rPr lang="es-ES" dirty="0"/>
              <a:t>El apoderado puede aprobar o rechazar solicitudes.</a:t>
            </a:r>
          </a:p>
          <a:p>
            <a:pPr algn="l"/>
            <a:endParaRPr lang="es-ES" dirty="0"/>
          </a:p>
          <a:p>
            <a:pPr algn="l"/>
            <a:r>
              <a:rPr lang="es-ES" dirty="0"/>
              <a:t>Y el sistema mantiene la trazabilidad de cada acción realizada.</a:t>
            </a:r>
          </a:p>
          <a:p>
            <a:pPr algn="l"/>
            <a:endParaRPr lang="es-ES" dirty="0"/>
          </a:p>
          <a:p>
            <a:pPr algn="l"/>
            <a:endParaRPr lang="es-CL" dirty="0"/>
          </a:p>
        </p:txBody>
      </p:sp>
      <p:sp>
        <p:nvSpPr>
          <p:cNvPr id="4" name="Marcador de número de diapositiva 3">
            <a:extLst>
              <a:ext uri="{FF2B5EF4-FFF2-40B4-BE49-F238E27FC236}">
                <a16:creationId xmlns:a16="http://schemas.microsoft.com/office/drawing/2014/main" id="{134CBBC6-7C88-D12C-AFAA-4203ACEB2DE7}"/>
              </a:ext>
            </a:extLst>
          </p:cNvPr>
          <p:cNvSpPr>
            <a:spLocks noGrp="1"/>
          </p:cNvSpPr>
          <p:nvPr>
            <p:ph type="sldNum" sz="quarter" idx="5"/>
          </p:nvPr>
        </p:nvSpPr>
        <p:spPr/>
        <p:txBody>
          <a:bodyPr/>
          <a:lstStyle/>
          <a:p>
            <a:fld id="{80AD1966-643A-ED45-BFF9-B0FE18A32E2B}" type="slidenum">
              <a:rPr lang="es-ES_tradnl" smtClean="0"/>
              <a:t>27</a:t>
            </a:fld>
            <a:endParaRPr lang="es-ES_tradnl" dirty="0"/>
          </a:p>
        </p:txBody>
      </p:sp>
    </p:spTree>
    <p:extLst>
      <p:ext uri="{BB962C8B-B14F-4D97-AF65-F5344CB8AC3E}">
        <p14:creationId xmlns:p14="http://schemas.microsoft.com/office/powerpoint/2010/main" val="15669378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82A7F-9C8D-114F-8A8B-CB8C2E997B4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A74103F-0DED-65E9-AAD6-F51208F14A4F}"/>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1381BE12-790D-B04F-5EFD-794006FDE2A0}"/>
              </a:ext>
            </a:extLst>
          </p:cNvPr>
          <p:cNvSpPr>
            <a:spLocks noGrp="1"/>
          </p:cNvSpPr>
          <p:nvPr>
            <p:ph type="body" idx="1"/>
          </p:nvPr>
        </p:nvSpPr>
        <p:spPr/>
        <p:txBody>
          <a:bodyPr/>
          <a:lstStyle/>
          <a:p>
            <a:pPr algn="l"/>
            <a:r>
              <a:rPr lang="es-ES" dirty="0"/>
              <a:t>Esta segunda vista administrativa complementa la anterior, mostrando una perspectiva más operativa del sistema.</a:t>
            </a:r>
          </a:p>
          <a:p>
            <a:pPr algn="l"/>
            <a:endParaRPr lang="es-ES" dirty="0"/>
          </a:p>
          <a:p>
            <a:pPr algn="l"/>
            <a:r>
              <a:rPr lang="es-ES" dirty="0"/>
              <a:t>Aquí el foco está en la consulta, seguimiento y control de eventos registrados. Esto incluye ingresos, salidas, retiros, intentos fallidos, observaciones y posibles anulaciones controladas.</a:t>
            </a:r>
          </a:p>
          <a:p>
            <a:pPr algn="l"/>
            <a:endParaRPr lang="es-ES" dirty="0"/>
          </a:p>
          <a:p>
            <a:pPr algn="l"/>
            <a:r>
              <a:rPr lang="es-ES" dirty="0"/>
              <a:t>Este tipo de vista es relevante porque permite pasar de un registro manual poco trazable a una gestión basada en evidencia.</a:t>
            </a:r>
          </a:p>
          <a:p>
            <a:pPr algn="l"/>
            <a:endParaRPr lang="es-ES" dirty="0"/>
          </a:p>
          <a:p>
            <a:pPr algn="l"/>
            <a:r>
              <a:rPr lang="es-ES" dirty="0"/>
              <a:t>Además, permite que la institución pueda revisar eventos históricos, analizar situaciones excepcionales y contar con respaldo ante consultas de apoderados o incidentes.</a:t>
            </a:r>
          </a:p>
          <a:p>
            <a:pPr algn="l"/>
            <a:endParaRPr lang="es-ES" dirty="0"/>
          </a:p>
          <a:p>
            <a:pPr algn="l"/>
            <a:r>
              <a:rPr lang="es-ES" dirty="0"/>
              <a:t>Desde el punto de vista del proyecto, esta pantalla se relaciona directamente con los requerimientos de trazabilidad, auditoría y control por rol, ya que no todos los usuarios deben tener acceso a la misma información ni a las mismas acciones.</a:t>
            </a:r>
          </a:p>
          <a:p>
            <a:pPr algn="l"/>
            <a:endParaRPr lang="es-ES" dirty="0"/>
          </a:p>
          <a:p>
            <a:pPr algn="l"/>
            <a:r>
              <a:rPr lang="es-ES" dirty="0"/>
              <a:t>En resumen, estos mocks muestran cómo VALIDGATE diferencia los permisos según el tipo de usuario y la condición del estudiante.</a:t>
            </a:r>
          </a:p>
          <a:p>
            <a:pPr algn="l"/>
            <a:endParaRPr lang="es-ES" dirty="0"/>
          </a:p>
          <a:p>
            <a:pPr algn="l"/>
            <a:r>
              <a:rPr lang="es-ES" dirty="0"/>
              <a:t>El estudiante puede solicitar o registrar una salida solo si tiene permiso.</a:t>
            </a:r>
          </a:p>
          <a:p>
            <a:pPr algn="l"/>
            <a:endParaRPr lang="es-ES" dirty="0"/>
          </a:p>
          <a:p>
            <a:pPr algn="l"/>
            <a:r>
              <a:rPr lang="es-ES" dirty="0"/>
              <a:t>El apoderado puede aprobar o rechazar solicitudes.</a:t>
            </a:r>
          </a:p>
          <a:p>
            <a:pPr algn="l"/>
            <a:endParaRPr lang="es-ES" dirty="0"/>
          </a:p>
          <a:p>
            <a:pPr algn="l"/>
            <a:r>
              <a:rPr lang="es-ES" dirty="0"/>
              <a:t>Y el sistema mantiene la trazabilidad de cada acción realizada.</a:t>
            </a:r>
          </a:p>
          <a:p>
            <a:pPr algn="l"/>
            <a:endParaRPr lang="es-ES" dirty="0"/>
          </a:p>
          <a:p>
            <a:pPr algn="l"/>
            <a:endParaRPr lang="es-CL" dirty="0"/>
          </a:p>
        </p:txBody>
      </p:sp>
      <p:sp>
        <p:nvSpPr>
          <p:cNvPr id="4" name="Marcador de número de diapositiva 3">
            <a:extLst>
              <a:ext uri="{FF2B5EF4-FFF2-40B4-BE49-F238E27FC236}">
                <a16:creationId xmlns:a16="http://schemas.microsoft.com/office/drawing/2014/main" id="{9C7A27D9-EDCD-CA3E-8DFB-60CE9520C827}"/>
              </a:ext>
            </a:extLst>
          </p:cNvPr>
          <p:cNvSpPr>
            <a:spLocks noGrp="1"/>
          </p:cNvSpPr>
          <p:nvPr>
            <p:ph type="sldNum" sz="quarter" idx="5"/>
          </p:nvPr>
        </p:nvSpPr>
        <p:spPr/>
        <p:txBody>
          <a:bodyPr/>
          <a:lstStyle/>
          <a:p>
            <a:fld id="{80AD1966-643A-ED45-BFF9-B0FE18A32E2B}" type="slidenum">
              <a:rPr lang="es-ES_tradnl" smtClean="0"/>
              <a:t>28</a:t>
            </a:fld>
            <a:endParaRPr lang="es-ES_tradnl" dirty="0"/>
          </a:p>
        </p:txBody>
      </p:sp>
    </p:spTree>
    <p:extLst>
      <p:ext uri="{BB962C8B-B14F-4D97-AF65-F5344CB8AC3E}">
        <p14:creationId xmlns:p14="http://schemas.microsoft.com/office/powerpoint/2010/main" val="42283665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F0DA9-151E-8EC2-412F-0843A7FBBC4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EA62B14-0279-0CD3-D3F8-D0CA1151B9A0}"/>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E1302E07-D1F8-2945-8D17-4667B3A21300}"/>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03C6EC75-1468-D686-429B-C3BCFB90D340}"/>
              </a:ext>
            </a:extLst>
          </p:cNvPr>
          <p:cNvSpPr>
            <a:spLocks noGrp="1"/>
          </p:cNvSpPr>
          <p:nvPr>
            <p:ph type="sldNum" sz="quarter" idx="5"/>
          </p:nvPr>
        </p:nvSpPr>
        <p:spPr/>
        <p:txBody>
          <a:bodyPr/>
          <a:lstStyle/>
          <a:p>
            <a:fld id="{80AD1966-643A-ED45-BFF9-B0FE18A32E2B}" type="slidenum">
              <a:rPr lang="es-ES_tradnl" smtClean="0"/>
              <a:t>29</a:t>
            </a:fld>
            <a:endParaRPr lang="es-ES_tradnl" dirty="0"/>
          </a:p>
        </p:txBody>
      </p:sp>
    </p:spTree>
    <p:extLst>
      <p:ext uri="{BB962C8B-B14F-4D97-AF65-F5344CB8AC3E}">
        <p14:creationId xmlns:p14="http://schemas.microsoft.com/office/powerpoint/2010/main" val="8977136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s-ES_tradnl"/>
              <a:t>Clic para editar título</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_tradnl"/>
              <a:t>Haga clic para modificar el estilo de subtítulo del patrón</a:t>
            </a:r>
            <a:endParaRPr lang="en-US" dirty="0"/>
          </a:p>
        </p:txBody>
      </p:sp>
      <p:sp>
        <p:nvSpPr>
          <p:cNvPr id="4" name="Date Placeholder 3"/>
          <p:cNvSpPr>
            <a:spLocks noGrp="1"/>
          </p:cNvSpPr>
          <p:nvPr>
            <p:ph type="dt" sz="half" idx="10"/>
          </p:nvPr>
        </p:nvSpPr>
        <p:spPr/>
        <p:txBody>
          <a:bodyPr/>
          <a:lstStyle/>
          <a:p>
            <a:fld id="{6FD36221-589F-2846-B89B-D09559D774BF}" type="datetimeFigureOut">
              <a:rPr lang="es-ES_tradnl" smtClean="0"/>
              <a:t>22/08/2026</a:t>
            </a:fld>
            <a:endParaRPr lang="es-ES_tradnl" dirty="0"/>
          </a:p>
        </p:txBody>
      </p:sp>
      <p:sp>
        <p:nvSpPr>
          <p:cNvPr id="5" name="Footer Placeholder 4"/>
          <p:cNvSpPr>
            <a:spLocks noGrp="1"/>
          </p:cNvSpPr>
          <p:nvPr>
            <p:ph type="ftr" sz="quarter" idx="11"/>
          </p:nvPr>
        </p:nvSpPr>
        <p:spPr/>
        <p:txBody>
          <a:bodyPr/>
          <a:lstStyle/>
          <a:p>
            <a:endParaRPr lang="es-ES_tradnl" dirty="0"/>
          </a:p>
        </p:txBody>
      </p:sp>
      <p:sp>
        <p:nvSpPr>
          <p:cNvPr id="6" name="Slide Number Placeholder 5"/>
          <p:cNvSpPr>
            <a:spLocks noGrp="1"/>
          </p:cNvSpPr>
          <p:nvPr>
            <p:ph type="sldNum" sz="quarter" idx="12"/>
          </p:nvPr>
        </p:nvSpPr>
        <p:spPr/>
        <p:txBody>
          <a:bodyPr/>
          <a:lstStyle/>
          <a:p>
            <a:fld id="{3352F6F5-E16D-F340-A90C-ABCF032D59B6}" type="slidenum">
              <a:rPr lang="es-ES_tradnl" smtClean="0"/>
              <a:t>‹Nº›</a:t>
            </a:fld>
            <a:endParaRPr lang="es-ES_tradnl"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t>Clic para editar título</a:t>
            </a:r>
            <a:endParaRPr lang="en-US" dirty="0"/>
          </a:p>
        </p:txBody>
      </p:sp>
      <p:sp>
        <p:nvSpPr>
          <p:cNvPr id="3" name="Content Placeholder 2"/>
          <p:cNvSpPr>
            <a:spLocks noGrp="1"/>
          </p:cNvSpPr>
          <p:nvPr>
            <p:ph idx="1"/>
          </p:nvPr>
        </p:nvSpPr>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4" name="Date Placeholder 3"/>
          <p:cNvSpPr>
            <a:spLocks noGrp="1"/>
          </p:cNvSpPr>
          <p:nvPr>
            <p:ph type="dt" sz="half" idx="10"/>
          </p:nvPr>
        </p:nvSpPr>
        <p:spPr/>
        <p:txBody>
          <a:bodyPr/>
          <a:lstStyle/>
          <a:p>
            <a:fld id="{6FD36221-589F-2846-B89B-D09559D774BF}" type="datetimeFigureOut">
              <a:rPr lang="es-ES_tradnl" smtClean="0"/>
              <a:t>22/08/2026</a:t>
            </a:fld>
            <a:endParaRPr lang="es-ES_tradnl" dirty="0"/>
          </a:p>
        </p:txBody>
      </p:sp>
      <p:sp>
        <p:nvSpPr>
          <p:cNvPr id="5" name="Footer Placeholder 4"/>
          <p:cNvSpPr>
            <a:spLocks noGrp="1"/>
          </p:cNvSpPr>
          <p:nvPr>
            <p:ph type="ftr" sz="quarter" idx="11"/>
          </p:nvPr>
        </p:nvSpPr>
        <p:spPr/>
        <p:txBody>
          <a:bodyPr/>
          <a:lstStyle/>
          <a:p>
            <a:endParaRPr lang="es-ES_tradnl" dirty="0"/>
          </a:p>
        </p:txBody>
      </p:sp>
      <p:sp>
        <p:nvSpPr>
          <p:cNvPr id="6" name="Slide Number Placeholder 5"/>
          <p:cNvSpPr>
            <a:spLocks noGrp="1"/>
          </p:cNvSpPr>
          <p:nvPr>
            <p:ph type="sldNum" sz="quarter" idx="12"/>
          </p:nvPr>
        </p:nvSpPr>
        <p:spPr/>
        <p:txBody>
          <a:bodyPr/>
          <a:lstStyle/>
          <a:p>
            <a:fld id="{3352F6F5-E16D-F340-A90C-ABCF032D59B6}" type="slidenum">
              <a:rPr lang="es-ES_tradnl" smtClean="0"/>
              <a:t>‹Nº›</a:t>
            </a:fld>
            <a:endParaRPr lang="es-ES_tradnl"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s-ES_tradnl"/>
              <a:t>Clic para editar título</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_tradnl"/>
              <a:t>Haga clic para modificar el estilo de texto del patrón</a:t>
            </a:r>
          </a:p>
        </p:txBody>
      </p:sp>
      <p:sp>
        <p:nvSpPr>
          <p:cNvPr id="4" name="Date Placeholder 3"/>
          <p:cNvSpPr>
            <a:spLocks noGrp="1"/>
          </p:cNvSpPr>
          <p:nvPr>
            <p:ph type="dt" sz="half" idx="10"/>
          </p:nvPr>
        </p:nvSpPr>
        <p:spPr/>
        <p:txBody>
          <a:bodyPr/>
          <a:lstStyle/>
          <a:p>
            <a:fld id="{6FD36221-589F-2846-B89B-D09559D774BF}" type="datetimeFigureOut">
              <a:rPr lang="es-ES_tradnl" smtClean="0"/>
              <a:t>22/08/2026</a:t>
            </a:fld>
            <a:endParaRPr lang="es-ES_tradnl" dirty="0"/>
          </a:p>
        </p:txBody>
      </p:sp>
      <p:sp>
        <p:nvSpPr>
          <p:cNvPr id="5" name="Footer Placeholder 4"/>
          <p:cNvSpPr>
            <a:spLocks noGrp="1"/>
          </p:cNvSpPr>
          <p:nvPr>
            <p:ph type="ftr" sz="quarter" idx="11"/>
          </p:nvPr>
        </p:nvSpPr>
        <p:spPr/>
        <p:txBody>
          <a:bodyPr/>
          <a:lstStyle/>
          <a:p>
            <a:endParaRPr lang="es-ES_tradnl" dirty="0"/>
          </a:p>
        </p:txBody>
      </p:sp>
      <p:sp>
        <p:nvSpPr>
          <p:cNvPr id="6" name="Slide Number Placeholder 5"/>
          <p:cNvSpPr>
            <a:spLocks noGrp="1"/>
          </p:cNvSpPr>
          <p:nvPr>
            <p:ph type="sldNum" sz="quarter" idx="12"/>
          </p:nvPr>
        </p:nvSpPr>
        <p:spPr/>
        <p:txBody>
          <a:bodyPr/>
          <a:lstStyle/>
          <a:p>
            <a:fld id="{3352F6F5-E16D-F340-A90C-ABCF032D59B6}" type="slidenum">
              <a:rPr lang="es-ES_tradnl" smtClean="0"/>
              <a:t>‹Nº›</a:t>
            </a:fld>
            <a:endParaRPr lang="es-ES_tradnl"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t>Clic para editar título</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5" name="Date Placeholder 4"/>
          <p:cNvSpPr>
            <a:spLocks noGrp="1"/>
          </p:cNvSpPr>
          <p:nvPr>
            <p:ph type="dt" sz="half" idx="10"/>
          </p:nvPr>
        </p:nvSpPr>
        <p:spPr/>
        <p:txBody>
          <a:bodyPr/>
          <a:lstStyle/>
          <a:p>
            <a:fld id="{6FD36221-589F-2846-B89B-D09559D774BF}" type="datetimeFigureOut">
              <a:rPr lang="es-ES_tradnl" smtClean="0"/>
              <a:t>22/08/2026</a:t>
            </a:fld>
            <a:endParaRPr lang="es-ES_tradnl" dirty="0"/>
          </a:p>
        </p:txBody>
      </p:sp>
      <p:sp>
        <p:nvSpPr>
          <p:cNvPr id="6" name="Footer Placeholder 5"/>
          <p:cNvSpPr>
            <a:spLocks noGrp="1"/>
          </p:cNvSpPr>
          <p:nvPr>
            <p:ph type="ftr" sz="quarter" idx="11"/>
          </p:nvPr>
        </p:nvSpPr>
        <p:spPr/>
        <p:txBody>
          <a:bodyPr/>
          <a:lstStyle/>
          <a:p>
            <a:endParaRPr lang="es-ES_tradnl" dirty="0"/>
          </a:p>
        </p:txBody>
      </p:sp>
      <p:sp>
        <p:nvSpPr>
          <p:cNvPr id="7" name="Slide Number Placeholder 6"/>
          <p:cNvSpPr>
            <a:spLocks noGrp="1"/>
          </p:cNvSpPr>
          <p:nvPr>
            <p:ph type="sldNum" sz="quarter" idx="12"/>
          </p:nvPr>
        </p:nvSpPr>
        <p:spPr/>
        <p:txBody>
          <a:bodyPr/>
          <a:lstStyle/>
          <a:p>
            <a:fld id="{3352F6F5-E16D-F340-A90C-ABCF032D59B6}" type="slidenum">
              <a:rPr lang="es-ES_tradnl" smtClean="0"/>
              <a:t>‹Nº›</a:t>
            </a:fld>
            <a:endParaRPr lang="es-ES_tradnl"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s-ES_tradnl"/>
              <a:t>Clic para editar título</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Haga clic para modificar el estilo de texto del patrón</a:t>
            </a:r>
          </a:p>
        </p:txBody>
      </p:sp>
      <p:sp>
        <p:nvSpPr>
          <p:cNvPr id="4" name="Content Placeholder 3"/>
          <p:cNvSpPr>
            <a:spLocks noGrp="1"/>
          </p:cNvSpPr>
          <p:nvPr>
            <p:ph sz="half" idx="2"/>
          </p:nvPr>
        </p:nvSpPr>
        <p:spPr>
          <a:xfrm>
            <a:off x="629842" y="2505075"/>
            <a:ext cx="3868340" cy="3684588"/>
          </a:xfrm>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Haga clic para modificar el estilo de texto del patrón</a:t>
            </a:r>
          </a:p>
        </p:txBody>
      </p:sp>
      <p:sp>
        <p:nvSpPr>
          <p:cNvPr id="6" name="Content Placeholder 5"/>
          <p:cNvSpPr>
            <a:spLocks noGrp="1"/>
          </p:cNvSpPr>
          <p:nvPr>
            <p:ph sz="quarter" idx="4"/>
          </p:nvPr>
        </p:nvSpPr>
        <p:spPr>
          <a:xfrm>
            <a:off x="4629150" y="2505075"/>
            <a:ext cx="3887391" cy="3684588"/>
          </a:xfrm>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7" name="Date Placeholder 6"/>
          <p:cNvSpPr>
            <a:spLocks noGrp="1"/>
          </p:cNvSpPr>
          <p:nvPr>
            <p:ph type="dt" sz="half" idx="10"/>
          </p:nvPr>
        </p:nvSpPr>
        <p:spPr/>
        <p:txBody>
          <a:bodyPr/>
          <a:lstStyle/>
          <a:p>
            <a:fld id="{6FD36221-589F-2846-B89B-D09559D774BF}" type="datetimeFigureOut">
              <a:rPr lang="es-ES_tradnl" smtClean="0"/>
              <a:t>22/08/2026</a:t>
            </a:fld>
            <a:endParaRPr lang="es-ES_tradnl" dirty="0"/>
          </a:p>
        </p:txBody>
      </p:sp>
      <p:sp>
        <p:nvSpPr>
          <p:cNvPr id="8" name="Footer Placeholder 7"/>
          <p:cNvSpPr>
            <a:spLocks noGrp="1"/>
          </p:cNvSpPr>
          <p:nvPr>
            <p:ph type="ftr" sz="quarter" idx="11"/>
          </p:nvPr>
        </p:nvSpPr>
        <p:spPr/>
        <p:txBody>
          <a:bodyPr/>
          <a:lstStyle/>
          <a:p>
            <a:endParaRPr lang="es-ES_tradnl" dirty="0"/>
          </a:p>
        </p:txBody>
      </p:sp>
      <p:sp>
        <p:nvSpPr>
          <p:cNvPr id="9" name="Slide Number Placeholder 8"/>
          <p:cNvSpPr>
            <a:spLocks noGrp="1"/>
          </p:cNvSpPr>
          <p:nvPr>
            <p:ph type="sldNum" sz="quarter" idx="12"/>
          </p:nvPr>
        </p:nvSpPr>
        <p:spPr/>
        <p:txBody>
          <a:bodyPr/>
          <a:lstStyle/>
          <a:p>
            <a:fld id="{3352F6F5-E16D-F340-A90C-ABCF032D59B6}" type="slidenum">
              <a:rPr lang="es-ES_tradnl" smtClean="0"/>
              <a:t>‹Nº›</a:t>
            </a:fld>
            <a:endParaRPr lang="es-ES_tradnl"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t>Clic para editar título</a:t>
            </a:r>
            <a:endParaRPr lang="en-US" dirty="0"/>
          </a:p>
        </p:txBody>
      </p:sp>
      <p:sp>
        <p:nvSpPr>
          <p:cNvPr id="3" name="Date Placeholder 2"/>
          <p:cNvSpPr>
            <a:spLocks noGrp="1"/>
          </p:cNvSpPr>
          <p:nvPr>
            <p:ph type="dt" sz="half" idx="10"/>
          </p:nvPr>
        </p:nvSpPr>
        <p:spPr/>
        <p:txBody>
          <a:bodyPr/>
          <a:lstStyle/>
          <a:p>
            <a:fld id="{6FD36221-589F-2846-B89B-D09559D774BF}" type="datetimeFigureOut">
              <a:rPr lang="es-ES_tradnl" smtClean="0"/>
              <a:t>22/08/2026</a:t>
            </a:fld>
            <a:endParaRPr lang="es-ES_tradnl" dirty="0"/>
          </a:p>
        </p:txBody>
      </p:sp>
      <p:sp>
        <p:nvSpPr>
          <p:cNvPr id="4" name="Footer Placeholder 3"/>
          <p:cNvSpPr>
            <a:spLocks noGrp="1"/>
          </p:cNvSpPr>
          <p:nvPr>
            <p:ph type="ftr" sz="quarter" idx="11"/>
          </p:nvPr>
        </p:nvSpPr>
        <p:spPr/>
        <p:txBody>
          <a:bodyPr/>
          <a:lstStyle/>
          <a:p>
            <a:endParaRPr lang="es-ES_tradnl" dirty="0"/>
          </a:p>
        </p:txBody>
      </p:sp>
      <p:sp>
        <p:nvSpPr>
          <p:cNvPr id="5" name="Slide Number Placeholder 4"/>
          <p:cNvSpPr>
            <a:spLocks noGrp="1"/>
          </p:cNvSpPr>
          <p:nvPr>
            <p:ph type="sldNum" sz="quarter" idx="12"/>
          </p:nvPr>
        </p:nvSpPr>
        <p:spPr/>
        <p:txBody>
          <a:bodyPr/>
          <a:lstStyle/>
          <a:p>
            <a:fld id="{3352F6F5-E16D-F340-A90C-ABCF032D59B6}" type="slidenum">
              <a:rPr lang="es-ES_tradnl" smtClean="0"/>
              <a:t>‹Nº›</a:t>
            </a:fld>
            <a:endParaRPr lang="es-ES_tradnl"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D36221-589F-2846-B89B-D09559D774BF}" type="datetimeFigureOut">
              <a:rPr lang="es-ES_tradnl" smtClean="0"/>
              <a:t>22/08/2026</a:t>
            </a:fld>
            <a:endParaRPr lang="es-ES_tradnl" dirty="0"/>
          </a:p>
        </p:txBody>
      </p:sp>
      <p:sp>
        <p:nvSpPr>
          <p:cNvPr id="3" name="Footer Placeholder 2"/>
          <p:cNvSpPr>
            <a:spLocks noGrp="1"/>
          </p:cNvSpPr>
          <p:nvPr>
            <p:ph type="ftr" sz="quarter" idx="11"/>
          </p:nvPr>
        </p:nvSpPr>
        <p:spPr/>
        <p:txBody>
          <a:bodyPr/>
          <a:lstStyle/>
          <a:p>
            <a:endParaRPr lang="es-ES_tradnl" dirty="0"/>
          </a:p>
        </p:txBody>
      </p:sp>
      <p:sp>
        <p:nvSpPr>
          <p:cNvPr id="4" name="Slide Number Placeholder 3"/>
          <p:cNvSpPr>
            <a:spLocks noGrp="1"/>
          </p:cNvSpPr>
          <p:nvPr>
            <p:ph type="sldNum" sz="quarter" idx="12"/>
          </p:nvPr>
        </p:nvSpPr>
        <p:spPr/>
        <p:txBody>
          <a:bodyPr/>
          <a:lstStyle/>
          <a:p>
            <a:fld id="{3352F6F5-E16D-F340-A90C-ABCF032D59B6}" type="slidenum">
              <a:rPr lang="es-ES_tradnl" smtClean="0"/>
              <a:t>‹Nº›</a:t>
            </a:fld>
            <a:endParaRPr lang="es-ES_tradnl"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_tradnl"/>
              <a:t>Clic para editar título</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_tradnl"/>
              <a:t>Haga clic para modificar el estilo de texto del patrón</a:t>
            </a:r>
          </a:p>
        </p:txBody>
      </p:sp>
      <p:sp>
        <p:nvSpPr>
          <p:cNvPr id="5" name="Date Placeholder 4"/>
          <p:cNvSpPr>
            <a:spLocks noGrp="1"/>
          </p:cNvSpPr>
          <p:nvPr>
            <p:ph type="dt" sz="half" idx="10"/>
          </p:nvPr>
        </p:nvSpPr>
        <p:spPr/>
        <p:txBody>
          <a:bodyPr/>
          <a:lstStyle/>
          <a:p>
            <a:fld id="{6FD36221-589F-2846-B89B-D09559D774BF}" type="datetimeFigureOut">
              <a:rPr lang="es-ES_tradnl" smtClean="0"/>
              <a:t>22/08/2026</a:t>
            </a:fld>
            <a:endParaRPr lang="es-ES_tradnl" dirty="0"/>
          </a:p>
        </p:txBody>
      </p:sp>
      <p:sp>
        <p:nvSpPr>
          <p:cNvPr id="6" name="Footer Placeholder 5"/>
          <p:cNvSpPr>
            <a:spLocks noGrp="1"/>
          </p:cNvSpPr>
          <p:nvPr>
            <p:ph type="ftr" sz="quarter" idx="11"/>
          </p:nvPr>
        </p:nvSpPr>
        <p:spPr/>
        <p:txBody>
          <a:bodyPr/>
          <a:lstStyle/>
          <a:p>
            <a:endParaRPr lang="es-ES_tradnl" dirty="0"/>
          </a:p>
        </p:txBody>
      </p:sp>
      <p:sp>
        <p:nvSpPr>
          <p:cNvPr id="7" name="Slide Number Placeholder 6"/>
          <p:cNvSpPr>
            <a:spLocks noGrp="1"/>
          </p:cNvSpPr>
          <p:nvPr>
            <p:ph type="sldNum" sz="quarter" idx="12"/>
          </p:nvPr>
        </p:nvSpPr>
        <p:spPr/>
        <p:txBody>
          <a:bodyPr/>
          <a:lstStyle/>
          <a:p>
            <a:fld id="{3352F6F5-E16D-F340-A90C-ABCF032D59B6}" type="slidenum">
              <a:rPr lang="es-ES_tradnl" smtClean="0"/>
              <a:t>‹Nº›</a:t>
            </a:fld>
            <a:endParaRPr lang="es-ES_tradnl"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_tradnl"/>
              <a:t>Clic para editar título</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_tradnl" dirty="0"/>
              <a:t>Arrastre la imagen al marcador de posición o haga clic en el icono para agregarla</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_tradnl"/>
              <a:t>Haga clic para modificar el estilo de texto del patrón</a:t>
            </a:r>
          </a:p>
        </p:txBody>
      </p:sp>
      <p:sp>
        <p:nvSpPr>
          <p:cNvPr id="5" name="Date Placeholder 4"/>
          <p:cNvSpPr>
            <a:spLocks noGrp="1"/>
          </p:cNvSpPr>
          <p:nvPr>
            <p:ph type="dt" sz="half" idx="10"/>
          </p:nvPr>
        </p:nvSpPr>
        <p:spPr/>
        <p:txBody>
          <a:bodyPr/>
          <a:lstStyle/>
          <a:p>
            <a:fld id="{6FD36221-589F-2846-B89B-D09559D774BF}" type="datetimeFigureOut">
              <a:rPr lang="es-ES_tradnl" smtClean="0"/>
              <a:t>22/08/2026</a:t>
            </a:fld>
            <a:endParaRPr lang="es-ES_tradnl" dirty="0"/>
          </a:p>
        </p:txBody>
      </p:sp>
      <p:sp>
        <p:nvSpPr>
          <p:cNvPr id="6" name="Footer Placeholder 5"/>
          <p:cNvSpPr>
            <a:spLocks noGrp="1"/>
          </p:cNvSpPr>
          <p:nvPr>
            <p:ph type="ftr" sz="quarter" idx="11"/>
          </p:nvPr>
        </p:nvSpPr>
        <p:spPr/>
        <p:txBody>
          <a:bodyPr/>
          <a:lstStyle/>
          <a:p>
            <a:endParaRPr lang="es-ES_tradnl" dirty="0"/>
          </a:p>
        </p:txBody>
      </p:sp>
      <p:sp>
        <p:nvSpPr>
          <p:cNvPr id="7" name="Slide Number Placeholder 6"/>
          <p:cNvSpPr>
            <a:spLocks noGrp="1"/>
          </p:cNvSpPr>
          <p:nvPr>
            <p:ph type="sldNum" sz="quarter" idx="12"/>
          </p:nvPr>
        </p:nvSpPr>
        <p:spPr/>
        <p:txBody>
          <a:bodyPr/>
          <a:lstStyle/>
          <a:p>
            <a:fld id="{3352F6F5-E16D-F340-A90C-ABCF032D59B6}" type="slidenum">
              <a:rPr lang="es-ES_tradnl" smtClean="0"/>
              <a:t>‹Nº›</a:t>
            </a:fld>
            <a:endParaRPr lang="es-ES_tradnl"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t>Clic para editar título</a:t>
            </a:r>
            <a:endParaRPr lang="en-US" dirty="0"/>
          </a:p>
        </p:txBody>
      </p:sp>
      <p:sp>
        <p:nvSpPr>
          <p:cNvPr id="3" name="Vertical Text Placeholder 2"/>
          <p:cNvSpPr>
            <a:spLocks noGrp="1"/>
          </p:cNvSpPr>
          <p:nvPr>
            <p:ph type="body" orient="vert" idx="1"/>
          </p:nvPr>
        </p:nvSpPr>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4" name="Date Placeholder 3"/>
          <p:cNvSpPr>
            <a:spLocks noGrp="1"/>
          </p:cNvSpPr>
          <p:nvPr>
            <p:ph type="dt" sz="half" idx="10"/>
          </p:nvPr>
        </p:nvSpPr>
        <p:spPr/>
        <p:txBody>
          <a:bodyPr/>
          <a:lstStyle/>
          <a:p>
            <a:fld id="{6FD36221-589F-2846-B89B-D09559D774BF}" type="datetimeFigureOut">
              <a:rPr lang="es-ES_tradnl" smtClean="0"/>
              <a:t>22/08/2026</a:t>
            </a:fld>
            <a:endParaRPr lang="es-ES_tradnl" dirty="0"/>
          </a:p>
        </p:txBody>
      </p:sp>
      <p:sp>
        <p:nvSpPr>
          <p:cNvPr id="5" name="Footer Placeholder 4"/>
          <p:cNvSpPr>
            <a:spLocks noGrp="1"/>
          </p:cNvSpPr>
          <p:nvPr>
            <p:ph type="ftr" sz="quarter" idx="11"/>
          </p:nvPr>
        </p:nvSpPr>
        <p:spPr/>
        <p:txBody>
          <a:bodyPr/>
          <a:lstStyle/>
          <a:p>
            <a:endParaRPr lang="es-ES_tradnl" dirty="0"/>
          </a:p>
        </p:txBody>
      </p:sp>
      <p:sp>
        <p:nvSpPr>
          <p:cNvPr id="6" name="Slide Number Placeholder 5"/>
          <p:cNvSpPr>
            <a:spLocks noGrp="1"/>
          </p:cNvSpPr>
          <p:nvPr>
            <p:ph type="sldNum" sz="quarter" idx="12"/>
          </p:nvPr>
        </p:nvSpPr>
        <p:spPr/>
        <p:txBody>
          <a:bodyPr/>
          <a:lstStyle/>
          <a:p>
            <a:fld id="{3352F6F5-E16D-F340-A90C-ABCF032D59B6}" type="slidenum">
              <a:rPr lang="es-ES_tradnl" smtClean="0"/>
              <a:t>‹Nº›</a:t>
            </a:fld>
            <a:endParaRPr lang="es-ES_tradnl"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s-ES_tradnl"/>
              <a:t>Clic para editar título</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4" name="Date Placeholder 3"/>
          <p:cNvSpPr>
            <a:spLocks noGrp="1"/>
          </p:cNvSpPr>
          <p:nvPr>
            <p:ph type="dt" sz="half" idx="10"/>
          </p:nvPr>
        </p:nvSpPr>
        <p:spPr/>
        <p:txBody>
          <a:bodyPr/>
          <a:lstStyle/>
          <a:p>
            <a:fld id="{6FD36221-589F-2846-B89B-D09559D774BF}" type="datetimeFigureOut">
              <a:rPr lang="es-ES_tradnl" smtClean="0"/>
              <a:t>22/08/2026</a:t>
            </a:fld>
            <a:endParaRPr lang="es-ES_tradnl" dirty="0"/>
          </a:p>
        </p:txBody>
      </p:sp>
      <p:sp>
        <p:nvSpPr>
          <p:cNvPr id="5" name="Footer Placeholder 4"/>
          <p:cNvSpPr>
            <a:spLocks noGrp="1"/>
          </p:cNvSpPr>
          <p:nvPr>
            <p:ph type="ftr" sz="quarter" idx="11"/>
          </p:nvPr>
        </p:nvSpPr>
        <p:spPr/>
        <p:txBody>
          <a:bodyPr/>
          <a:lstStyle/>
          <a:p>
            <a:endParaRPr lang="es-ES_tradnl" dirty="0"/>
          </a:p>
        </p:txBody>
      </p:sp>
      <p:sp>
        <p:nvSpPr>
          <p:cNvPr id="6" name="Slide Number Placeholder 5"/>
          <p:cNvSpPr>
            <a:spLocks noGrp="1"/>
          </p:cNvSpPr>
          <p:nvPr>
            <p:ph type="sldNum" sz="quarter" idx="12"/>
          </p:nvPr>
        </p:nvSpPr>
        <p:spPr/>
        <p:txBody>
          <a:bodyPr/>
          <a:lstStyle/>
          <a:p>
            <a:fld id="{3352F6F5-E16D-F340-A90C-ABCF032D59B6}" type="slidenum">
              <a:rPr lang="es-ES_tradnl" smtClean="0"/>
              <a:t>‹Nº›</a:t>
            </a:fld>
            <a:endParaRPr lang="es-ES_tradnl"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_tradnl"/>
              <a:t>Clic para editar título</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D36221-589F-2846-B89B-D09559D774BF}" type="datetimeFigureOut">
              <a:rPr lang="es-ES_tradnl" smtClean="0"/>
              <a:t>22/08/2026</a:t>
            </a:fld>
            <a:endParaRPr lang="es-ES_tradnl"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_tradnl"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52F6F5-E16D-F340-A90C-ABCF032D59B6}" type="slidenum">
              <a:rPr lang="es-ES_tradnl" smtClean="0"/>
              <a:t>‹Nº›</a:t>
            </a:fld>
            <a:endParaRPr lang="es-ES_tradnl" dirty="0"/>
          </a:p>
        </p:txBody>
      </p:sp>
    </p:spTree>
    <p:extLst>
      <p:ext uri="{BB962C8B-B14F-4D97-AF65-F5344CB8AC3E}">
        <p14:creationId xmlns:p14="http://schemas.microsoft.com/office/powerpoint/2010/main" val="10344293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8.jpe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2.jpg"/><Relationship Id="rId7" Type="http://schemas.openxmlformats.org/officeDocument/2006/relationships/diagramQuickStyle" Target="../diagrams/quickStyle1.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4.png"/><Relationship Id="rId9" Type="http://schemas.microsoft.com/office/2007/relationships/diagramDrawing" Target="../diagrams/drawing1.xml"/></Relationships>
</file>

<file path=ppt/slides/_rels/slide10.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2.jpg"/><Relationship Id="rId7" Type="http://schemas.openxmlformats.org/officeDocument/2006/relationships/diagramQuickStyle" Target="../diagrams/quickStyle2.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4.png"/><Relationship Id="rId9" Type="http://schemas.microsoft.com/office/2007/relationships/diagramDrawing" Target="../diagrams/drawing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2.jpg"/><Relationship Id="rId7" Type="http://schemas.openxmlformats.org/officeDocument/2006/relationships/diagramQuickStyle" Target="../diagrams/quickStyle3.xm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4.png"/><Relationship Id="rId9" Type="http://schemas.microsoft.com/office/2007/relationships/diagramDrawing" Target="../diagrams/drawing3.xml"/></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jpg"/><Relationship Id="rId7"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jpg"/><Relationship Id="rId7"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cxnSp>
        <p:nvCxnSpPr>
          <p:cNvPr id="6" name="Conector recto 5"/>
          <p:cNvCxnSpPr/>
          <p:nvPr/>
        </p:nvCxnSpPr>
        <p:spPr>
          <a:xfrm>
            <a:off x="492141" y="3591697"/>
            <a:ext cx="7778648"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Conector recto 7"/>
          <p:cNvCxnSpPr/>
          <p:nvPr/>
        </p:nvCxnSpPr>
        <p:spPr>
          <a:xfrm flipH="1">
            <a:off x="2186081" y="2158313"/>
            <a:ext cx="1" cy="12731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CuadroTexto 10"/>
          <p:cNvSpPr txBox="1"/>
          <p:nvPr/>
        </p:nvSpPr>
        <p:spPr>
          <a:xfrm>
            <a:off x="2285735" y="1551460"/>
            <a:ext cx="7176725" cy="1938992"/>
          </a:xfrm>
          <a:prstGeom prst="rect">
            <a:avLst/>
          </a:prstGeom>
          <a:noFill/>
        </p:spPr>
        <p:txBody>
          <a:bodyPr wrap="square" lIns="91440" tIns="45720" rIns="91440" bIns="45720" rtlCol="0" anchor="t">
            <a:spAutoFit/>
          </a:bodyPr>
          <a:lstStyle/>
          <a:p>
            <a:r>
              <a:rPr lang="es-ES" sz="4000" dirty="0">
                <a:solidFill>
                  <a:schemeClr val="bg1"/>
                </a:solidFill>
                <a:ea typeface="+mn-lt"/>
                <a:cs typeface="+mn-lt"/>
              </a:rPr>
              <a:t>VALIDGATE - SISTEMA DE CONTROL DE INGRESO Y SALIDA ESTUDIANTIL</a:t>
            </a:r>
            <a:endParaRPr lang="en-US" dirty="0">
              <a:solidFill>
                <a:schemeClr val="bg1"/>
              </a:solidFill>
              <a:ea typeface="Calibri"/>
              <a:cs typeface="Calibri"/>
            </a:endParaRPr>
          </a:p>
        </p:txBody>
      </p:sp>
      <p:sp>
        <p:nvSpPr>
          <p:cNvPr id="14" name="CuadroTexto 13"/>
          <p:cNvSpPr txBox="1"/>
          <p:nvPr/>
        </p:nvSpPr>
        <p:spPr>
          <a:xfrm>
            <a:off x="6096001" y="3680142"/>
            <a:ext cx="2721428" cy="630942"/>
          </a:xfrm>
          <a:prstGeom prst="rect">
            <a:avLst/>
          </a:prstGeom>
          <a:noFill/>
        </p:spPr>
        <p:txBody>
          <a:bodyPr wrap="square" rtlCol="0">
            <a:spAutoFit/>
          </a:bodyPr>
          <a:lstStyle/>
          <a:p>
            <a:r>
              <a:rPr lang="es-ES_tradnl" sz="1200" dirty="0">
                <a:solidFill>
                  <a:schemeClr val="bg1"/>
                </a:solidFill>
              </a:rPr>
              <a:t>Autor</a:t>
            </a:r>
          </a:p>
          <a:p>
            <a:r>
              <a:rPr lang="es-ES_tradnl" sz="1200" dirty="0">
                <a:solidFill>
                  <a:schemeClr val="bg1"/>
                </a:solidFill>
              </a:rPr>
              <a:t>Matías Ignacio Reyes Bettancourt</a:t>
            </a:r>
          </a:p>
          <a:p>
            <a:endParaRPr lang="es-ES_tradnl" sz="1100" dirty="0">
              <a:solidFill>
                <a:schemeClr val="bg1"/>
              </a:solidFill>
            </a:endParaRPr>
          </a:p>
        </p:txBody>
      </p:sp>
      <p:pic>
        <p:nvPicPr>
          <p:cNvPr id="10" name="Imagen 9"/>
          <p:cNvPicPr>
            <a:picLocks noChangeAspect="1"/>
          </p:cNvPicPr>
          <p:nvPr/>
        </p:nvPicPr>
        <p:blipFill rotWithShape="1">
          <a:blip r:embed="rId4">
            <a:extLst>
              <a:ext uri="{28A0092B-C50C-407E-A947-70E740481C1C}">
                <a14:useLocalDpi xmlns:a14="http://schemas.microsoft.com/office/drawing/2010/main" val="0"/>
              </a:ext>
            </a:extLst>
          </a:blip>
          <a:srcRect t="25505" b="24764"/>
          <a:stretch/>
        </p:blipFill>
        <p:spPr>
          <a:xfrm>
            <a:off x="-14013" y="0"/>
            <a:ext cx="9172026" cy="1435697"/>
          </a:xfrm>
          <a:prstGeom prst="rect">
            <a:avLst/>
          </a:prstGeom>
        </p:spPr>
      </p:pic>
      <p:pic>
        <p:nvPicPr>
          <p:cNvPr id="15" name="Imagen 14"/>
          <p:cNvPicPr>
            <a:picLocks noChangeAspect="1"/>
          </p:cNvPicPr>
          <p:nvPr/>
        </p:nvPicPr>
        <p:blipFill rotWithShape="1">
          <a:blip r:embed="rId4">
            <a:extLst>
              <a:ext uri="{28A0092B-C50C-407E-A947-70E740481C1C}">
                <a14:useLocalDpi xmlns:a14="http://schemas.microsoft.com/office/drawing/2010/main" val="0"/>
              </a:ext>
            </a:extLst>
          </a:blip>
          <a:srcRect l="-153" t="46510" r="153" b="5990"/>
          <a:stretch/>
        </p:blipFill>
        <p:spPr>
          <a:xfrm>
            <a:off x="-14013" y="5486719"/>
            <a:ext cx="9172026" cy="1371281"/>
          </a:xfrm>
          <a:prstGeom prst="rect">
            <a:avLst/>
          </a:prstGeom>
        </p:spPr>
      </p:pic>
      <p:sp>
        <p:nvSpPr>
          <p:cNvPr id="16" name="CuadroTexto 15"/>
          <p:cNvSpPr txBox="1"/>
          <p:nvPr/>
        </p:nvSpPr>
        <p:spPr>
          <a:xfrm>
            <a:off x="492141" y="5858386"/>
            <a:ext cx="1761572" cy="461665"/>
          </a:xfrm>
          <a:prstGeom prst="rect">
            <a:avLst/>
          </a:prstGeom>
          <a:noFill/>
        </p:spPr>
        <p:txBody>
          <a:bodyPr wrap="none" rtlCol="0">
            <a:spAutoFit/>
          </a:bodyPr>
          <a:lstStyle/>
          <a:p>
            <a:r>
              <a:rPr lang="es-ES_tradnl" sz="1200" b="1" dirty="0">
                <a:solidFill>
                  <a:schemeClr val="bg1"/>
                </a:solidFill>
                <a:ea typeface="Gungsuh" charset="-127"/>
                <a:cs typeface="Gungsuh" charset="-127"/>
              </a:rPr>
              <a:t>Fecha de la presentación</a:t>
            </a:r>
          </a:p>
          <a:p>
            <a:pPr algn="ctr"/>
            <a:r>
              <a:rPr lang="es-ES_tradnl" sz="1200" b="1" dirty="0">
                <a:solidFill>
                  <a:schemeClr val="bg1"/>
                </a:solidFill>
                <a:ea typeface="Gungsuh" charset="-127"/>
                <a:cs typeface="Gungsuh" charset="-127"/>
              </a:rPr>
              <a:t>Mayo 2026</a:t>
            </a:r>
          </a:p>
        </p:txBody>
      </p:sp>
      <p:pic>
        <p:nvPicPr>
          <p:cNvPr id="17" name="Imagen 1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6349" y="2158313"/>
            <a:ext cx="1279083" cy="1189591"/>
          </a:xfrm>
          <a:prstGeom prst="rect">
            <a:avLst/>
          </a:prstGeom>
        </p:spPr>
      </p:pic>
      <p:sp>
        <p:nvSpPr>
          <p:cNvPr id="2" name="CuadroTexto 1">
            <a:extLst>
              <a:ext uri="{FF2B5EF4-FFF2-40B4-BE49-F238E27FC236}">
                <a16:creationId xmlns:a16="http://schemas.microsoft.com/office/drawing/2014/main" id="{35EC2E26-B73F-762B-2FDB-A355282D48D7}"/>
              </a:ext>
            </a:extLst>
          </p:cNvPr>
          <p:cNvSpPr txBox="1"/>
          <p:nvPr/>
        </p:nvSpPr>
        <p:spPr>
          <a:xfrm>
            <a:off x="745221" y="3680142"/>
            <a:ext cx="1889122" cy="630942"/>
          </a:xfrm>
          <a:prstGeom prst="rect">
            <a:avLst/>
          </a:prstGeom>
          <a:noFill/>
        </p:spPr>
        <p:txBody>
          <a:bodyPr wrap="square" rtlCol="0">
            <a:spAutoFit/>
          </a:bodyPr>
          <a:lstStyle/>
          <a:p>
            <a:r>
              <a:rPr lang="es-ES_tradnl" sz="1200" dirty="0">
                <a:solidFill>
                  <a:schemeClr val="bg1"/>
                </a:solidFill>
              </a:rPr>
              <a:t>Profesor</a:t>
            </a:r>
          </a:p>
          <a:p>
            <a:r>
              <a:rPr lang="es-ES_tradnl" sz="1200" dirty="0">
                <a:solidFill>
                  <a:schemeClr val="bg1"/>
                </a:solidFill>
              </a:rPr>
              <a:t>Francisco Pérez Barahona</a:t>
            </a:r>
          </a:p>
          <a:p>
            <a:endParaRPr lang="es-ES_tradnl" sz="1100" dirty="0">
              <a:solidFill>
                <a:schemeClr val="bg1"/>
              </a:solidFill>
            </a:endParaRPr>
          </a:p>
        </p:txBody>
      </p:sp>
    </p:spTree>
    <p:extLst>
      <p:ext uri="{BB962C8B-B14F-4D97-AF65-F5344CB8AC3E}">
        <p14:creationId xmlns:p14="http://schemas.microsoft.com/office/powerpoint/2010/main" val="7370380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FB83C07-A81E-74B1-1D67-2F071B44B2D8}"/>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A435CB0A-C344-586A-7FA2-01265EB272A3}"/>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69D7E099-000C-36A2-CEEA-5CB67459843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4285AE97-E056-1A96-53FB-57A48278C5AC}"/>
              </a:ext>
            </a:extLst>
          </p:cNvPr>
          <p:cNvSpPr txBox="1"/>
          <p:nvPr/>
        </p:nvSpPr>
        <p:spPr>
          <a:xfrm>
            <a:off x="440125" y="127958"/>
            <a:ext cx="2829364" cy="523220"/>
          </a:xfrm>
          <a:prstGeom prst="rect">
            <a:avLst/>
          </a:prstGeom>
          <a:noFill/>
        </p:spPr>
        <p:txBody>
          <a:bodyPr wrap="none" rtlCol="0">
            <a:spAutoFit/>
          </a:bodyPr>
          <a:lstStyle/>
          <a:p>
            <a:pPr algn="ctr"/>
            <a:r>
              <a:rPr lang="es-ES_tradnl" sz="2800" b="1" dirty="0">
                <a:solidFill>
                  <a:schemeClr val="bg1"/>
                </a:solidFill>
                <a:ea typeface="Gungsuh" charset="-127"/>
                <a:cs typeface="Gungsuh" charset="-127"/>
              </a:rPr>
              <a:t>Contextualización</a:t>
            </a:r>
          </a:p>
        </p:txBody>
      </p:sp>
      <p:pic>
        <p:nvPicPr>
          <p:cNvPr id="5" name="Imagen 4">
            <a:extLst>
              <a:ext uri="{FF2B5EF4-FFF2-40B4-BE49-F238E27FC236}">
                <a16:creationId xmlns:a16="http://schemas.microsoft.com/office/drawing/2014/main" id="{FBE5C28A-27F3-C11C-D524-8673F3659516}"/>
              </a:ext>
            </a:extLst>
          </p:cNvPr>
          <p:cNvPicPr>
            <a:picLocks noChangeAspect="1"/>
          </p:cNvPicPr>
          <p:nvPr/>
        </p:nvPicPr>
        <p:blipFill>
          <a:blip r:embed="rId5"/>
          <a:stretch>
            <a:fillRect/>
          </a:stretch>
        </p:blipFill>
        <p:spPr>
          <a:xfrm>
            <a:off x="26433" y="2202246"/>
            <a:ext cx="4257820" cy="2355950"/>
          </a:xfrm>
          <a:prstGeom prst="rect">
            <a:avLst/>
          </a:prstGeom>
        </p:spPr>
      </p:pic>
      <p:pic>
        <p:nvPicPr>
          <p:cNvPr id="8" name="Imagen 7">
            <a:extLst>
              <a:ext uri="{FF2B5EF4-FFF2-40B4-BE49-F238E27FC236}">
                <a16:creationId xmlns:a16="http://schemas.microsoft.com/office/drawing/2014/main" id="{50442149-D1F9-2664-D6F6-8F64A75DB3B7}"/>
              </a:ext>
            </a:extLst>
          </p:cNvPr>
          <p:cNvPicPr>
            <a:picLocks noChangeAspect="1"/>
          </p:cNvPicPr>
          <p:nvPr/>
        </p:nvPicPr>
        <p:blipFill>
          <a:blip r:embed="rId6"/>
          <a:stretch>
            <a:fillRect/>
          </a:stretch>
        </p:blipFill>
        <p:spPr>
          <a:xfrm>
            <a:off x="4643060" y="2202246"/>
            <a:ext cx="4274069" cy="2355950"/>
          </a:xfrm>
          <a:prstGeom prst="rect">
            <a:avLst/>
          </a:prstGeom>
        </p:spPr>
      </p:pic>
    </p:spTree>
    <p:extLst>
      <p:ext uri="{BB962C8B-B14F-4D97-AF65-F5344CB8AC3E}">
        <p14:creationId xmlns:p14="http://schemas.microsoft.com/office/powerpoint/2010/main" val="32631097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Imagen 6"/>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p:cNvSpPr txBox="1"/>
          <p:nvPr/>
        </p:nvSpPr>
        <p:spPr>
          <a:xfrm>
            <a:off x="440125" y="127958"/>
            <a:ext cx="2829364" cy="523220"/>
          </a:xfrm>
          <a:prstGeom prst="rect">
            <a:avLst/>
          </a:prstGeom>
          <a:noFill/>
        </p:spPr>
        <p:txBody>
          <a:bodyPr wrap="none" rtlCol="0">
            <a:spAutoFit/>
          </a:bodyPr>
          <a:lstStyle/>
          <a:p>
            <a:pPr algn="ctr"/>
            <a:r>
              <a:rPr lang="es-ES_tradnl" sz="2800" b="1" dirty="0">
                <a:solidFill>
                  <a:schemeClr val="bg1"/>
                </a:solidFill>
                <a:ea typeface="Gungsuh" charset="-127"/>
                <a:cs typeface="Gungsuh" charset="-127"/>
              </a:rPr>
              <a:t>Contextualización</a:t>
            </a:r>
          </a:p>
        </p:txBody>
      </p:sp>
      <p:sp>
        <p:nvSpPr>
          <p:cNvPr id="4" name="CuadroTexto 3">
            <a:extLst>
              <a:ext uri="{FF2B5EF4-FFF2-40B4-BE49-F238E27FC236}">
                <a16:creationId xmlns:a16="http://schemas.microsoft.com/office/drawing/2014/main" id="{D8F55BF5-BCAA-EC9F-2201-ADBC2782565C}"/>
              </a:ext>
            </a:extLst>
          </p:cNvPr>
          <p:cNvSpPr txBox="1"/>
          <p:nvPr/>
        </p:nvSpPr>
        <p:spPr>
          <a:xfrm>
            <a:off x="274423" y="930844"/>
            <a:ext cx="8595153" cy="1754326"/>
          </a:xfrm>
          <a:prstGeom prst="rect">
            <a:avLst/>
          </a:prstGeom>
          <a:noFill/>
        </p:spPr>
        <p:txBody>
          <a:bodyPr wrap="square">
            <a:spAutoFit/>
          </a:bodyPr>
          <a:lstStyle/>
          <a:p>
            <a:r>
              <a:rPr lang="es-ES" dirty="0"/>
              <a:t>Actualmente, el control de ingreso y salida de estudiantes en instituciones educativas se realiza mediante procesos manuales, basados en el reconocimiento visual y el criterio del personal.</a:t>
            </a:r>
          </a:p>
          <a:p>
            <a:endParaRPr lang="es-ES" dirty="0"/>
          </a:p>
          <a:p>
            <a:r>
              <a:rPr lang="es-ES" dirty="0"/>
              <a:t>Esto genera dificultades en el control, validación de identidad y trazabilidad de los eventos.</a:t>
            </a:r>
            <a:endParaRPr lang="es-CL" dirty="0"/>
          </a:p>
        </p:txBody>
      </p:sp>
      <p:pic>
        <p:nvPicPr>
          <p:cNvPr id="9" name="Imagen 8">
            <a:extLst>
              <a:ext uri="{FF2B5EF4-FFF2-40B4-BE49-F238E27FC236}">
                <a16:creationId xmlns:a16="http://schemas.microsoft.com/office/drawing/2014/main" id="{3EFDC873-29FB-C6BC-CE92-EBFE9DB76DDF}"/>
              </a:ext>
            </a:extLst>
          </p:cNvPr>
          <p:cNvPicPr>
            <a:picLocks noChangeAspect="1"/>
          </p:cNvPicPr>
          <p:nvPr/>
        </p:nvPicPr>
        <p:blipFill>
          <a:blip r:embed="rId5"/>
          <a:stretch>
            <a:fillRect/>
          </a:stretch>
        </p:blipFill>
        <p:spPr>
          <a:xfrm>
            <a:off x="586144" y="2848671"/>
            <a:ext cx="7802064" cy="2648320"/>
          </a:xfrm>
          <a:prstGeom prst="rect">
            <a:avLst/>
          </a:prstGeom>
        </p:spPr>
      </p:pic>
    </p:spTree>
    <p:extLst>
      <p:ext uri="{BB962C8B-B14F-4D97-AF65-F5344CB8AC3E}">
        <p14:creationId xmlns:p14="http://schemas.microsoft.com/office/powerpoint/2010/main" val="14197078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14D9973-753D-8397-B078-E3520534A4C0}"/>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61056946-7184-FCA8-F835-D0E032951FF9}"/>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51F10D0A-A307-2072-54D2-AAD40685C94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C7C84E41-FF21-614D-B5BF-8A92CB2B9C18}"/>
              </a:ext>
            </a:extLst>
          </p:cNvPr>
          <p:cNvSpPr txBox="1"/>
          <p:nvPr/>
        </p:nvSpPr>
        <p:spPr>
          <a:xfrm>
            <a:off x="0" y="127957"/>
            <a:ext cx="4256230" cy="523220"/>
          </a:xfrm>
          <a:prstGeom prst="rect">
            <a:avLst/>
          </a:prstGeom>
          <a:noFill/>
        </p:spPr>
        <p:txBody>
          <a:bodyPr wrap="none" rtlCol="0">
            <a:spAutoFit/>
          </a:bodyPr>
          <a:lstStyle/>
          <a:p>
            <a:pPr algn="ctr"/>
            <a:r>
              <a:rPr lang="es-ES_tradnl" sz="2800" b="1" dirty="0">
                <a:solidFill>
                  <a:schemeClr val="bg1"/>
                </a:solidFill>
                <a:ea typeface="Gungsuh" charset="-127"/>
                <a:cs typeface="Gungsuh" charset="-127"/>
              </a:rPr>
              <a:t>Diagrama de Causa-Efecto </a:t>
            </a:r>
          </a:p>
        </p:txBody>
      </p:sp>
      <p:pic>
        <p:nvPicPr>
          <p:cNvPr id="5" name="Imagen 4">
            <a:extLst>
              <a:ext uri="{FF2B5EF4-FFF2-40B4-BE49-F238E27FC236}">
                <a16:creationId xmlns:a16="http://schemas.microsoft.com/office/drawing/2014/main" id="{59F57662-7828-2573-299E-A255C7707EA2}"/>
              </a:ext>
            </a:extLst>
          </p:cNvPr>
          <p:cNvPicPr>
            <a:picLocks noChangeAspect="1"/>
          </p:cNvPicPr>
          <p:nvPr/>
        </p:nvPicPr>
        <p:blipFill>
          <a:blip r:embed="rId5"/>
          <a:stretch>
            <a:fillRect/>
          </a:stretch>
        </p:blipFill>
        <p:spPr>
          <a:xfrm>
            <a:off x="474500" y="802887"/>
            <a:ext cx="8194999" cy="5876008"/>
          </a:xfrm>
          <a:prstGeom prst="rect">
            <a:avLst/>
          </a:prstGeom>
        </p:spPr>
      </p:pic>
    </p:spTree>
    <p:extLst>
      <p:ext uri="{BB962C8B-B14F-4D97-AF65-F5344CB8AC3E}">
        <p14:creationId xmlns:p14="http://schemas.microsoft.com/office/powerpoint/2010/main" val="831116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ED138E-FE02-D43B-22BE-D284E2327E1D}"/>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1ED7027D-CBC7-8F23-061E-100EAF0610DF}"/>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FB7B1E28-9D89-8B19-397F-BAD16BBF5F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C247028C-978E-BB47-CBA8-54D79EEBCB3C}"/>
              </a:ext>
            </a:extLst>
          </p:cNvPr>
          <p:cNvSpPr txBox="1"/>
          <p:nvPr/>
        </p:nvSpPr>
        <p:spPr>
          <a:xfrm>
            <a:off x="108722" y="139834"/>
            <a:ext cx="2713372"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Objetivo General</a:t>
            </a:r>
          </a:p>
        </p:txBody>
      </p:sp>
      <p:sp>
        <p:nvSpPr>
          <p:cNvPr id="5" name="CuadroTexto 4">
            <a:extLst>
              <a:ext uri="{FF2B5EF4-FFF2-40B4-BE49-F238E27FC236}">
                <a16:creationId xmlns:a16="http://schemas.microsoft.com/office/drawing/2014/main" id="{F48BB4C4-FF42-8FD4-514F-52BFDB3A5139}"/>
              </a:ext>
            </a:extLst>
          </p:cNvPr>
          <p:cNvSpPr txBox="1"/>
          <p:nvPr/>
        </p:nvSpPr>
        <p:spPr>
          <a:xfrm>
            <a:off x="415635" y="1113549"/>
            <a:ext cx="8460509" cy="1754326"/>
          </a:xfrm>
          <a:prstGeom prst="rect">
            <a:avLst/>
          </a:prstGeom>
          <a:noFill/>
        </p:spPr>
        <p:txBody>
          <a:bodyPr wrap="square">
            <a:spAutoFit/>
          </a:bodyPr>
          <a:lstStyle/>
          <a:p>
            <a:r>
              <a:rPr lang="es-ES" sz="1800" dirty="0">
                <a:effectLst/>
                <a:latin typeface="Bookman Old Style" panose="02050604050505020204" pitchFamily="18" charset="0"/>
                <a:ea typeface="Times New Roman" panose="02020603050405020304" pitchFamily="18" charset="0"/>
                <a:cs typeface="Times New Roman" panose="02020603050405020304" pitchFamily="18" charset="0"/>
              </a:rPr>
              <a:t>Desarrollar una solución informática orientada al control seguro de ingreso y salida de estudiantes en instituciones educativas, mediante la implementación de un sistema que permita validar la identidad de las personas involucradas, registrar eventos y garantizar la trazabilidad del proceso, integrando mecanismos de autenticación como códigos QR, PIN</a:t>
            </a:r>
            <a:r>
              <a:rPr lang="es-ES" dirty="0">
                <a:latin typeface="Bookman Old Style" panose="02050604050505020204" pitchFamily="18" charset="0"/>
                <a:ea typeface="Times New Roman" panose="02020603050405020304" pitchFamily="18" charset="0"/>
                <a:cs typeface="Times New Roman" panose="02020603050405020304" pitchFamily="18" charset="0"/>
              </a:rPr>
              <a:t> y</a:t>
            </a:r>
            <a:r>
              <a:rPr lang="es-ES" sz="1800" dirty="0">
                <a:effectLst/>
                <a:latin typeface="Bookman Old Style" panose="02050604050505020204" pitchFamily="18" charset="0"/>
                <a:ea typeface="Times New Roman" panose="02020603050405020304" pitchFamily="18" charset="0"/>
                <a:cs typeface="Times New Roman" panose="02020603050405020304" pitchFamily="18" charset="0"/>
              </a:rPr>
              <a:t> validación manual controlada.</a:t>
            </a:r>
            <a:endParaRPr lang="es-CL" dirty="0"/>
          </a:p>
        </p:txBody>
      </p:sp>
    </p:spTree>
    <p:extLst>
      <p:ext uri="{BB962C8B-B14F-4D97-AF65-F5344CB8AC3E}">
        <p14:creationId xmlns:p14="http://schemas.microsoft.com/office/powerpoint/2010/main" val="38249115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2621E2-C512-EA25-A729-FFBB32BF48D6}"/>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42292D6B-490A-0B84-3EBB-362FEB2DFD1F}"/>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E79A4F97-61FE-9AEA-F300-73B2913CE9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0C5C5A86-E385-34E5-D44B-5A5B7F175E79}"/>
              </a:ext>
            </a:extLst>
          </p:cNvPr>
          <p:cNvSpPr txBox="1"/>
          <p:nvPr/>
        </p:nvSpPr>
        <p:spPr>
          <a:xfrm>
            <a:off x="4016693" y="162581"/>
            <a:ext cx="184731" cy="523220"/>
          </a:xfrm>
          <a:prstGeom prst="rect">
            <a:avLst/>
          </a:prstGeom>
          <a:noFill/>
        </p:spPr>
        <p:txBody>
          <a:bodyPr wrap="none" rtlCol="0">
            <a:spAutoFit/>
          </a:bodyPr>
          <a:lstStyle/>
          <a:p>
            <a:endParaRPr lang="es-ES_tradnl" sz="2800" b="1" dirty="0">
              <a:solidFill>
                <a:schemeClr val="bg1"/>
              </a:solidFill>
              <a:ea typeface="Gungsuh" charset="-127"/>
              <a:cs typeface="Gungsuh" charset="-127"/>
            </a:endParaRPr>
          </a:p>
        </p:txBody>
      </p:sp>
      <p:sp>
        <p:nvSpPr>
          <p:cNvPr id="5" name="CuadroTexto 4">
            <a:extLst>
              <a:ext uri="{FF2B5EF4-FFF2-40B4-BE49-F238E27FC236}">
                <a16:creationId xmlns:a16="http://schemas.microsoft.com/office/drawing/2014/main" id="{19E225AB-9989-7E94-32A9-D133905D5145}"/>
              </a:ext>
            </a:extLst>
          </p:cNvPr>
          <p:cNvSpPr txBox="1"/>
          <p:nvPr/>
        </p:nvSpPr>
        <p:spPr>
          <a:xfrm>
            <a:off x="108722" y="139834"/>
            <a:ext cx="4084580"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Diagramas de flujo – to be</a:t>
            </a:r>
          </a:p>
        </p:txBody>
      </p:sp>
      <p:sp>
        <p:nvSpPr>
          <p:cNvPr id="3" name="Rectángulo 2">
            <a:extLst>
              <a:ext uri="{FF2B5EF4-FFF2-40B4-BE49-F238E27FC236}">
                <a16:creationId xmlns:a16="http://schemas.microsoft.com/office/drawing/2014/main" id="{79FBF126-03B3-AE8A-5807-DFA9F7AFE998}"/>
              </a:ext>
            </a:extLst>
          </p:cNvPr>
          <p:cNvSpPr/>
          <p:nvPr/>
        </p:nvSpPr>
        <p:spPr>
          <a:xfrm>
            <a:off x="2035175" y="3594100"/>
            <a:ext cx="288925" cy="15557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dirty="0"/>
          </a:p>
        </p:txBody>
      </p:sp>
      <p:pic>
        <p:nvPicPr>
          <p:cNvPr id="1028" name="Picture 4">
            <a:extLst>
              <a:ext uri="{FF2B5EF4-FFF2-40B4-BE49-F238E27FC236}">
                <a16:creationId xmlns:a16="http://schemas.microsoft.com/office/drawing/2014/main" id="{FE2320B7-8103-EDA0-DA0F-1F8386F3D96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13" y="892439"/>
            <a:ext cx="8806318" cy="5961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04895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3BB1B97-0F12-99F1-230F-CD96BFF4765E}"/>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2ED22985-C46D-64E5-A507-4D7957E5D782}"/>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20DC0CD4-CB7E-057D-2F4F-AEA2960FF54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21E5D04A-5FC4-8D31-F956-DEEAE5B9C6AA}"/>
              </a:ext>
            </a:extLst>
          </p:cNvPr>
          <p:cNvSpPr txBox="1"/>
          <p:nvPr/>
        </p:nvSpPr>
        <p:spPr>
          <a:xfrm>
            <a:off x="108722" y="139834"/>
            <a:ext cx="3301417"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Objetivos Específicos</a:t>
            </a:r>
          </a:p>
        </p:txBody>
      </p:sp>
      <p:pic>
        <p:nvPicPr>
          <p:cNvPr id="5" name="Imagen 4">
            <a:extLst>
              <a:ext uri="{FF2B5EF4-FFF2-40B4-BE49-F238E27FC236}">
                <a16:creationId xmlns:a16="http://schemas.microsoft.com/office/drawing/2014/main" id="{122B6154-E779-F40F-FC92-D6B7BECDBA25}"/>
              </a:ext>
            </a:extLst>
          </p:cNvPr>
          <p:cNvPicPr>
            <a:picLocks noChangeAspect="1"/>
          </p:cNvPicPr>
          <p:nvPr/>
        </p:nvPicPr>
        <p:blipFill>
          <a:blip r:embed="rId5"/>
          <a:stretch>
            <a:fillRect/>
          </a:stretch>
        </p:blipFill>
        <p:spPr>
          <a:xfrm>
            <a:off x="629778" y="892438"/>
            <a:ext cx="8186162" cy="5825727"/>
          </a:xfrm>
          <a:prstGeom prst="rect">
            <a:avLst/>
          </a:prstGeom>
        </p:spPr>
      </p:pic>
    </p:spTree>
    <p:extLst>
      <p:ext uri="{BB962C8B-B14F-4D97-AF65-F5344CB8AC3E}">
        <p14:creationId xmlns:p14="http://schemas.microsoft.com/office/powerpoint/2010/main" val="15784585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656151ED-178A-FBC9-DEA4-47BFA1C5E2FF}"/>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6697A66E-BDFB-BFC3-BACF-5D23642285D5}"/>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A0FE915E-7699-EAFA-E2F1-4FDDAEA6E0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9087E9D5-6872-4036-5ED8-BEBD5893CA30}"/>
              </a:ext>
            </a:extLst>
          </p:cNvPr>
          <p:cNvSpPr txBox="1"/>
          <p:nvPr/>
        </p:nvSpPr>
        <p:spPr>
          <a:xfrm>
            <a:off x="108722" y="139834"/>
            <a:ext cx="3301417"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Objetivos Específicos</a:t>
            </a:r>
          </a:p>
        </p:txBody>
      </p:sp>
      <p:graphicFrame>
        <p:nvGraphicFramePr>
          <p:cNvPr id="3" name="Tabla 2">
            <a:extLst>
              <a:ext uri="{FF2B5EF4-FFF2-40B4-BE49-F238E27FC236}">
                <a16:creationId xmlns:a16="http://schemas.microsoft.com/office/drawing/2014/main" id="{AB5E8C53-A5E0-4CED-4833-D3C78347B82A}"/>
              </a:ext>
            </a:extLst>
          </p:cNvPr>
          <p:cNvGraphicFramePr>
            <a:graphicFrameLocks noGrp="1"/>
          </p:cNvGraphicFramePr>
          <p:nvPr/>
        </p:nvGraphicFramePr>
        <p:xfrm>
          <a:off x="406399" y="1000761"/>
          <a:ext cx="8331201" cy="5655818"/>
        </p:xfrm>
        <a:graphic>
          <a:graphicData uri="http://schemas.openxmlformats.org/drawingml/2006/table">
            <a:tbl>
              <a:tblPr firstRow="1" bandRow="1">
                <a:tableStyleId>{5C22544A-7EE6-4342-B048-85BDC9FD1C3A}</a:tableStyleId>
              </a:tblPr>
              <a:tblGrid>
                <a:gridCol w="2992582">
                  <a:extLst>
                    <a:ext uri="{9D8B030D-6E8A-4147-A177-3AD203B41FA5}">
                      <a16:colId xmlns:a16="http://schemas.microsoft.com/office/drawing/2014/main" val="1770342313"/>
                    </a:ext>
                  </a:extLst>
                </a:gridCol>
                <a:gridCol w="2561552">
                  <a:extLst>
                    <a:ext uri="{9D8B030D-6E8A-4147-A177-3AD203B41FA5}">
                      <a16:colId xmlns:a16="http://schemas.microsoft.com/office/drawing/2014/main" val="4150376487"/>
                    </a:ext>
                  </a:extLst>
                </a:gridCol>
                <a:gridCol w="2777067">
                  <a:extLst>
                    <a:ext uri="{9D8B030D-6E8A-4147-A177-3AD203B41FA5}">
                      <a16:colId xmlns:a16="http://schemas.microsoft.com/office/drawing/2014/main" val="896940104"/>
                    </a:ext>
                  </a:extLst>
                </a:gridCol>
              </a:tblGrid>
              <a:tr h="262258">
                <a:tc>
                  <a:txBody>
                    <a:bodyPr/>
                    <a:lstStyle/>
                    <a:p>
                      <a:pPr algn="ctr"/>
                      <a:r>
                        <a:rPr lang="es-MX" sz="1400" dirty="0"/>
                        <a:t>Objetivo</a:t>
                      </a:r>
                      <a:endParaRPr lang="es-CL" sz="1400" dirty="0"/>
                    </a:p>
                  </a:txBody>
                  <a:tcPr/>
                </a:tc>
                <a:tc>
                  <a:txBody>
                    <a:bodyPr/>
                    <a:lstStyle/>
                    <a:p>
                      <a:pPr algn="ctr"/>
                      <a:r>
                        <a:rPr lang="es-MX" sz="1400" dirty="0"/>
                        <a:t>Compromiso</a:t>
                      </a:r>
                      <a:endParaRPr lang="es-CL" sz="1400" dirty="0"/>
                    </a:p>
                  </a:txBody>
                  <a:tcPr/>
                </a:tc>
                <a:tc>
                  <a:txBody>
                    <a:bodyPr/>
                    <a:lstStyle/>
                    <a:p>
                      <a:pPr algn="ctr"/>
                      <a:r>
                        <a:rPr lang="es-MX" sz="1400" dirty="0"/>
                        <a:t>Métrica</a:t>
                      </a:r>
                      <a:endParaRPr lang="es-CL" sz="1400" dirty="0"/>
                    </a:p>
                  </a:txBody>
                  <a:tcPr/>
                </a:tc>
                <a:extLst>
                  <a:ext uri="{0D108BD9-81ED-4DB2-BD59-A6C34878D82A}">
                    <a16:rowId xmlns:a16="http://schemas.microsoft.com/office/drawing/2014/main" val="73105082"/>
                  </a:ext>
                </a:extLst>
              </a:tr>
              <a:tr h="655645">
                <a:tc>
                  <a:txBody>
                    <a:bodyPr/>
                    <a:lstStyle/>
                    <a:p>
                      <a:r>
                        <a:rPr lang="es-ES" sz="1400" kern="1200" dirty="0">
                          <a:solidFill>
                            <a:schemeClr val="dk1"/>
                          </a:solidFill>
                          <a:effectLst/>
                          <a:latin typeface="+mn-lt"/>
                          <a:ea typeface="+mn-ea"/>
                          <a:cs typeface="+mn-cs"/>
                        </a:rPr>
                        <a:t>Analizar el proceso actual de ingreso y salida de estudiantes</a:t>
                      </a:r>
                      <a:endParaRPr lang="es-CL" sz="1400" dirty="0"/>
                    </a:p>
                  </a:txBody>
                  <a:tcPr/>
                </a:tc>
                <a:tc>
                  <a:txBody>
                    <a:bodyPr/>
                    <a:lstStyle/>
                    <a:p>
                      <a:r>
                        <a:rPr lang="es-MX" sz="1400" dirty="0"/>
                        <a:t>Identificar debilidades</a:t>
                      </a:r>
                      <a:endParaRPr lang="es-CL" sz="1400" dirty="0"/>
                    </a:p>
                  </a:txBody>
                  <a:tcPr/>
                </a:tc>
                <a:tc>
                  <a:txBody>
                    <a:bodyPr/>
                    <a:lstStyle/>
                    <a:p>
                      <a:r>
                        <a:rPr lang="es-MX" sz="1400" dirty="0"/>
                        <a:t>Número de debilidades identificadas, respaldadas e informadas</a:t>
                      </a:r>
                      <a:endParaRPr lang="es-CL" sz="1400" dirty="0"/>
                    </a:p>
                  </a:txBody>
                  <a:tcPr/>
                </a:tc>
                <a:extLst>
                  <a:ext uri="{0D108BD9-81ED-4DB2-BD59-A6C34878D82A}">
                    <a16:rowId xmlns:a16="http://schemas.microsoft.com/office/drawing/2014/main" val="3721806771"/>
                  </a:ext>
                </a:extLst>
              </a:tr>
              <a:tr h="1049033">
                <a:tc>
                  <a:txBody>
                    <a:bodyPr/>
                    <a:lstStyle/>
                    <a:p>
                      <a:r>
                        <a:rPr lang="es-ES" sz="1400" kern="1200" dirty="0">
                          <a:solidFill>
                            <a:schemeClr val="dk1"/>
                          </a:solidFill>
                          <a:effectLst/>
                          <a:latin typeface="+mn-lt"/>
                          <a:ea typeface="+mn-ea"/>
                          <a:cs typeface="+mn-cs"/>
                        </a:rPr>
                        <a:t>Modelar la información del sistema </a:t>
                      </a:r>
                      <a:endParaRPr lang="es-CL" sz="1400" dirty="0"/>
                    </a:p>
                  </a:txBody>
                  <a:tcPr/>
                </a:tc>
                <a:tc>
                  <a:txBody>
                    <a:bodyPr/>
                    <a:lstStyle/>
                    <a:p>
                      <a:r>
                        <a:rPr lang="es-ES" sz="1400" kern="1200" dirty="0">
                          <a:solidFill>
                            <a:schemeClr val="dk1"/>
                          </a:solidFill>
                          <a:effectLst/>
                          <a:latin typeface="+mn-lt"/>
                          <a:ea typeface="+mn-ea"/>
                          <a:cs typeface="+mn-cs"/>
                        </a:rPr>
                        <a:t>un modelo de datos que incluya las entidades principales y sus relaciones</a:t>
                      </a:r>
                      <a:endParaRPr lang="es-CL" sz="1400" dirty="0"/>
                    </a:p>
                  </a:txBody>
                  <a:tcPr/>
                </a:tc>
                <a:tc>
                  <a:txBody>
                    <a:bodyPr/>
                    <a:lstStyle/>
                    <a:p>
                      <a:r>
                        <a:rPr lang="es-ES" sz="1400" kern="1200" dirty="0">
                          <a:solidFill>
                            <a:schemeClr val="dk1"/>
                          </a:solidFill>
                          <a:effectLst/>
                          <a:latin typeface="+mn-lt"/>
                          <a:ea typeface="+mn-ea"/>
                          <a:cs typeface="+mn-cs"/>
                        </a:rPr>
                        <a:t>Existencia de un modelo de datos validado que represente al menos el 90% de las entidades definidas en el alcance del sistema</a:t>
                      </a:r>
                      <a:endParaRPr lang="es-CL" sz="1400" dirty="0"/>
                    </a:p>
                  </a:txBody>
                  <a:tcPr/>
                </a:tc>
                <a:extLst>
                  <a:ext uri="{0D108BD9-81ED-4DB2-BD59-A6C34878D82A}">
                    <a16:rowId xmlns:a16="http://schemas.microsoft.com/office/drawing/2014/main" val="1875014661"/>
                  </a:ext>
                </a:extLst>
              </a:tr>
              <a:tr h="1079013">
                <a:tc>
                  <a:txBody>
                    <a:bodyPr/>
                    <a:lstStyle/>
                    <a:p>
                      <a:r>
                        <a:rPr lang="es-ES" sz="1400" kern="1200" dirty="0">
                          <a:solidFill>
                            <a:schemeClr val="dk1"/>
                          </a:solidFill>
                          <a:effectLst/>
                          <a:latin typeface="+mn-lt"/>
                          <a:ea typeface="+mn-ea"/>
                          <a:cs typeface="+mn-cs"/>
                        </a:rPr>
                        <a:t>Arquitectura del sistema y los mecanismos de autenticación </a:t>
                      </a:r>
                      <a:endParaRPr lang="es-CL" sz="1400" dirty="0"/>
                    </a:p>
                  </a:txBody>
                  <a:tcPr/>
                </a:tc>
                <a:tc>
                  <a:txBody>
                    <a:bodyPr/>
                    <a:lstStyle/>
                    <a:p>
                      <a:r>
                        <a:rPr lang="es-ES" sz="1400" kern="1200" dirty="0">
                          <a:solidFill>
                            <a:schemeClr val="dk1"/>
                          </a:solidFill>
                          <a:effectLst/>
                          <a:latin typeface="+mn-lt"/>
                          <a:ea typeface="+mn-ea"/>
                          <a:cs typeface="+mn-cs"/>
                        </a:rPr>
                        <a:t>Diseñar una arquitectura de software y definición de mecanismos de autenticación</a:t>
                      </a:r>
                      <a:endParaRPr lang="es-CL" sz="1400" dirty="0"/>
                    </a:p>
                  </a:txBody>
                  <a:tcPr/>
                </a:tc>
                <a:tc>
                  <a:txBody>
                    <a:bodyPr/>
                    <a:lstStyle/>
                    <a:p>
                      <a:r>
                        <a:rPr lang="es-ES" sz="1400" dirty="0"/>
                        <a:t>Diagrama de arquitectura; Definición de componentes; Descripción de mecanismos de autenticación</a:t>
                      </a:r>
                    </a:p>
                  </a:txBody>
                  <a:tcPr/>
                </a:tc>
                <a:extLst>
                  <a:ext uri="{0D108BD9-81ED-4DB2-BD59-A6C34878D82A}">
                    <a16:rowId xmlns:a16="http://schemas.microsoft.com/office/drawing/2014/main" val="41393813"/>
                  </a:ext>
                </a:extLst>
              </a:tr>
              <a:tr h="1245726">
                <a:tc>
                  <a:txBody>
                    <a:bodyPr/>
                    <a:lstStyle/>
                    <a:p>
                      <a:r>
                        <a:rPr lang="es-ES" sz="1400" kern="1200" dirty="0">
                          <a:solidFill>
                            <a:schemeClr val="dk1"/>
                          </a:solidFill>
                          <a:effectLst/>
                          <a:latin typeface="+mn-lt"/>
                          <a:ea typeface="+mn-ea"/>
                          <a:cs typeface="+mn-cs"/>
                        </a:rPr>
                        <a:t>Desarrollar un prototipo funcional permita registrar ingresos, salidas e identidad de los actores.</a:t>
                      </a:r>
                      <a:endParaRPr lang="es-CL" sz="1400" dirty="0"/>
                    </a:p>
                  </a:txBody>
                  <a:tcPr/>
                </a:tc>
                <a:tc>
                  <a:txBody>
                    <a:bodyPr/>
                    <a:lstStyle/>
                    <a:p>
                      <a:r>
                        <a:rPr lang="es-ES" sz="1400" kern="1200" dirty="0">
                          <a:solidFill>
                            <a:schemeClr val="dk1"/>
                          </a:solidFill>
                          <a:effectLst/>
                          <a:latin typeface="+mn-lt"/>
                          <a:ea typeface="+mn-ea"/>
                          <a:cs typeface="+mn-cs"/>
                        </a:rPr>
                        <a:t>Prototipo funcional que permita el flujo completo registro de ingreso/salida y validación de identidad mediante al menos un método.</a:t>
                      </a:r>
                      <a:endParaRPr lang="es-CL" sz="1400" dirty="0"/>
                    </a:p>
                  </a:txBody>
                  <a:tcPr/>
                </a:tc>
                <a:tc>
                  <a:txBody>
                    <a:bodyPr/>
                    <a:lstStyle/>
                    <a:p>
                      <a:r>
                        <a:rPr lang="es-ES" sz="1400" dirty="0"/>
                        <a:t>Prototipo funcional que permita ejecutar al menos 1 flujo completo de ingreso o salida con validación de identidad exitosa.</a:t>
                      </a:r>
                    </a:p>
                  </a:txBody>
                  <a:tcPr/>
                </a:tc>
                <a:extLst>
                  <a:ext uri="{0D108BD9-81ED-4DB2-BD59-A6C34878D82A}">
                    <a16:rowId xmlns:a16="http://schemas.microsoft.com/office/drawing/2014/main" val="3648864368"/>
                  </a:ext>
                </a:extLst>
              </a:tr>
              <a:tr h="1245726">
                <a:tc>
                  <a:txBody>
                    <a:bodyPr/>
                    <a:lstStyle/>
                    <a:p>
                      <a:r>
                        <a:rPr lang="es-ES" sz="1400" dirty="0"/>
                        <a:t>Analizar impacto en la seguridad, trazabilidad y gestión del proceso</a:t>
                      </a:r>
                      <a:endParaRPr lang="es-CL" sz="1400" dirty="0"/>
                    </a:p>
                  </a:txBody>
                  <a:tcPr/>
                </a:tc>
                <a:tc>
                  <a:txBody>
                    <a:bodyPr/>
                    <a:lstStyle/>
                    <a:p>
                      <a:r>
                        <a:rPr lang="es-ES" sz="1400" dirty="0"/>
                        <a:t>Realizar pruebas del sistema en un entorno controlado y analizar los resultados en función del proceso actual.</a:t>
                      </a:r>
                      <a:endParaRPr lang="es-CL" sz="1400" dirty="0"/>
                    </a:p>
                  </a:txBody>
                  <a:tcPr/>
                </a:tc>
                <a:tc>
                  <a:txBody>
                    <a:bodyPr/>
                    <a:lstStyle/>
                    <a:p>
                      <a:r>
                        <a:rPr lang="es-ES" sz="1400" dirty="0"/>
                        <a:t>Ejecución de al menos 3 escenarios de prueba documentados, evidenciando mejoras en control, validación y registro de eventos respecto al proceso actual</a:t>
                      </a:r>
                    </a:p>
                  </a:txBody>
                  <a:tcPr/>
                </a:tc>
                <a:extLst>
                  <a:ext uri="{0D108BD9-81ED-4DB2-BD59-A6C34878D82A}">
                    <a16:rowId xmlns:a16="http://schemas.microsoft.com/office/drawing/2014/main" val="4248229606"/>
                  </a:ext>
                </a:extLst>
              </a:tr>
            </a:tbl>
          </a:graphicData>
        </a:graphic>
      </p:graphicFrame>
    </p:spTree>
    <p:extLst>
      <p:ext uri="{BB962C8B-B14F-4D97-AF65-F5344CB8AC3E}">
        <p14:creationId xmlns:p14="http://schemas.microsoft.com/office/powerpoint/2010/main" val="28494751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DAB1ED-C627-C09A-33B2-5E5C9C906BF2}"/>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D5638BF5-D7A9-3FEC-7DC6-66C5B62EBE03}"/>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0ACB1256-CF03-2EC3-88BE-96B6102D51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68170C28-6B45-E655-CF33-E92A4DFA76D3}"/>
              </a:ext>
            </a:extLst>
          </p:cNvPr>
          <p:cNvSpPr txBox="1"/>
          <p:nvPr/>
        </p:nvSpPr>
        <p:spPr>
          <a:xfrm>
            <a:off x="108722" y="139834"/>
            <a:ext cx="4108432"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Plan de gestión de alcance</a:t>
            </a:r>
          </a:p>
        </p:txBody>
      </p:sp>
      <p:graphicFrame>
        <p:nvGraphicFramePr>
          <p:cNvPr id="3" name="Diagrama 2">
            <a:extLst>
              <a:ext uri="{FF2B5EF4-FFF2-40B4-BE49-F238E27FC236}">
                <a16:creationId xmlns:a16="http://schemas.microsoft.com/office/drawing/2014/main" id="{872BE467-CF07-B675-1B00-C4D19D0C3DD8}"/>
              </a:ext>
            </a:extLst>
          </p:cNvPr>
          <p:cNvGraphicFramePr/>
          <p:nvPr>
            <p:extLst>
              <p:ext uri="{D42A27DB-BD31-4B8C-83A1-F6EECF244321}">
                <p14:modId xmlns:p14="http://schemas.microsoft.com/office/powerpoint/2010/main" val="2950701748"/>
              </p:ext>
            </p:extLst>
          </p:nvPr>
        </p:nvGraphicFramePr>
        <p:xfrm>
          <a:off x="547688" y="2500993"/>
          <a:ext cx="8048624" cy="20193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23037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010960-55FE-2344-C0C1-0A3B10983A15}"/>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42ECBEF2-69A6-69F5-2CF7-40106C08C589}"/>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918E94D5-0EE7-361B-7B4E-D00BAD3D8D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8C4D3FD4-F999-B420-7EDF-442EAE9526A7}"/>
              </a:ext>
            </a:extLst>
          </p:cNvPr>
          <p:cNvSpPr txBox="1"/>
          <p:nvPr/>
        </p:nvSpPr>
        <p:spPr>
          <a:xfrm>
            <a:off x="108722" y="139834"/>
            <a:ext cx="6127768"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Estructura de desglose del trabajo (EDT)</a:t>
            </a:r>
          </a:p>
        </p:txBody>
      </p:sp>
      <p:graphicFrame>
        <p:nvGraphicFramePr>
          <p:cNvPr id="3" name="Diagrama 2">
            <a:extLst>
              <a:ext uri="{FF2B5EF4-FFF2-40B4-BE49-F238E27FC236}">
                <a16:creationId xmlns:a16="http://schemas.microsoft.com/office/drawing/2014/main" id="{4ECE60D8-B990-0CF6-4D6A-EEE93EBD1065}"/>
              </a:ext>
            </a:extLst>
          </p:cNvPr>
          <p:cNvGraphicFramePr/>
          <p:nvPr>
            <p:extLst>
              <p:ext uri="{D42A27DB-BD31-4B8C-83A1-F6EECF244321}">
                <p14:modId xmlns:p14="http://schemas.microsoft.com/office/powerpoint/2010/main" val="3141988486"/>
              </p:ext>
            </p:extLst>
          </p:nvPr>
        </p:nvGraphicFramePr>
        <p:xfrm>
          <a:off x="1157193" y="1131886"/>
          <a:ext cx="7158831" cy="488235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305563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4A0650-1CDB-B43B-D2D6-7ECDB72DE8EE}"/>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56A83EAC-013D-337F-6EFF-8E1F41274FBC}"/>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08C30D72-8033-B53D-3843-6D5ACCEEC4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76FFD18B-8178-3BB3-3596-4593A57C93C6}"/>
              </a:ext>
            </a:extLst>
          </p:cNvPr>
          <p:cNvSpPr txBox="1"/>
          <p:nvPr/>
        </p:nvSpPr>
        <p:spPr>
          <a:xfrm>
            <a:off x="108722" y="139834"/>
            <a:ext cx="4033284"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Plan de gestión de riesgos</a:t>
            </a:r>
          </a:p>
        </p:txBody>
      </p:sp>
      <p:graphicFrame>
        <p:nvGraphicFramePr>
          <p:cNvPr id="3" name="Tabla 2">
            <a:extLst>
              <a:ext uri="{FF2B5EF4-FFF2-40B4-BE49-F238E27FC236}">
                <a16:creationId xmlns:a16="http://schemas.microsoft.com/office/drawing/2014/main" id="{B170F3D7-40CB-FF90-D7DB-97087B15B2E0}"/>
              </a:ext>
            </a:extLst>
          </p:cNvPr>
          <p:cNvGraphicFramePr>
            <a:graphicFrameLocks noGrp="1"/>
          </p:cNvGraphicFramePr>
          <p:nvPr>
            <p:extLst>
              <p:ext uri="{D42A27DB-BD31-4B8C-83A1-F6EECF244321}">
                <p14:modId xmlns:p14="http://schemas.microsoft.com/office/powerpoint/2010/main" val="1216758775"/>
              </p:ext>
            </p:extLst>
          </p:nvPr>
        </p:nvGraphicFramePr>
        <p:xfrm>
          <a:off x="108722" y="942720"/>
          <a:ext cx="8926555" cy="5611086"/>
        </p:xfrm>
        <a:graphic>
          <a:graphicData uri="http://schemas.openxmlformats.org/drawingml/2006/table">
            <a:tbl>
              <a:tblPr firstRow="1" bandRow="1">
                <a:tableStyleId>{5C22544A-7EE6-4342-B048-85BDC9FD1C3A}</a:tableStyleId>
              </a:tblPr>
              <a:tblGrid>
                <a:gridCol w="311901">
                  <a:extLst>
                    <a:ext uri="{9D8B030D-6E8A-4147-A177-3AD203B41FA5}">
                      <a16:colId xmlns:a16="http://schemas.microsoft.com/office/drawing/2014/main" val="2629675103"/>
                    </a:ext>
                  </a:extLst>
                </a:gridCol>
                <a:gridCol w="2218772">
                  <a:extLst>
                    <a:ext uri="{9D8B030D-6E8A-4147-A177-3AD203B41FA5}">
                      <a16:colId xmlns:a16="http://schemas.microsoft.com/office/drawing/2014/main" val="1125639584"/>
                    </a:ext>
                  </a:extLst>
                </a:gridCol>
                <a:gridCol w="1080890">
                  <a:extLst>
                    <a:ext uri="{9D8B030D-6E8A-4147-A177-3AD203B41FA5}">
                      <a16:colId xmlns:a16="http://schemas.microsoft.com/office/drawing/2014/main" val="3384896167"/>
                    </a:ext>
                  </a:extLst>
                </a:gridCol>
                <a:gridCol w="1463708">
                  <a:extLst>
                    <a:ext uri="{9D8B030D-6E8A-4147-A177-3AD203B41FA5}">
                      <a16:colId xmlns:a16="http://schemas.microsoft.com/office/drawing/2014/main" val="1427301203"/>
                    </a:ext>
                  </a:extLst>
                </a:gridCol>
                <a:gridCol w="1002120">
                  <a:extLst>
                    <a:ext uri="{9D8B030D-6E8A-4147-A177-3AD203B41FA5}">
                      <a16:colId xmlns:a16="http://schemas.microsoft.com/office/drawing/2014/main" val="3931710249"/>
                    </a:ext>
                  </a:extLst>
                </a:gridCol>
                <a:gridCol w="1768447">
                  <a:extLst>
                    <a:ext uri="{9D8B030D-6E8A-4147-A177-3AD203B41FA5}">
                      <a16:colId xmlns:a16="http://schemas.microsoft.com/office/drawing/2014/main" val="2832388599"/>
                    </a:ext>
                  </a:extLst>
                </a:gridCol>
                <a:gridCol w="1080717">
                  <a:extLst>
                    <a:ext uri="{9D8B030D-6E8A-4147-A177-3AD203B41FA5}">
                      <a16:colId xmlns:a16="http://schemas.microsoft.com/office/drawing/2014/main" val="3376699675"/>
                    </a:ext>
                  </a:extLst>
                </a:gridCol>
              </a:tblGrid>
              <a:tr h="517432">
                <a:tc>
                  <a:txBody>
                    <a:bodyPr/>
                    <a:lstStyle/>
                    <a:p>
                      <a:pPr algn="ctr"/>
                      <a:r>
                        <a:rPr lang="es-MX" sz="1100" dirty="0"/>
                        <a:t>#</a:t>
                      </a:r>
                      <a:endParaRPr lang="es-CL" sz="1100" dirty="0"/>
                    </a:p>
                  </a:txBody>
                  <a:tcPr anchor="ctr"/>
                </a:tc>
                <a:tc>
                  <a:txBody>
                    <a:bodyPr/>
                    <a:lstStyle/>
                    <a:p>
                      <a:pPr algn="ctr"/>
                      <a:r>
                        <a:rPr lang="es-MX" sz="1100" dirty="0"/>
                        <a:t>Riesgo</a:t>
                      </a:r>
                      <a:endParaRPr lang="es-CL" sz="1100" dirty="0"/>
                    </a:p>
                  </a:txBody>
                  <a:tcPr anchor="ctr"/>
                </a:tc>
                <a:tc>
                  <a:txBody>
                    <a:bodyPr/>
                    <a:lstStyle/>
                    <a:p>
                      <a:pPr algn="ctr"/>
                      <a:r>
                        <a:rPr lang="es-MX" sz="1100" dirty="0"/>
                        <a:t>Probabilidad</a:t>
                      </a:r>
                      <a:endParaRPr lang="es-CL" sz="1100" dirty="0"/>
                    </a:p>
                  </a:txBody>
                  <a:tcPr anchor="ctr"/>
                </a:tc>
                <a:tc>
                  <a:txBody>
                    <a:bodyPr/>
                    <a:lstStyle/>
                    <a:p>
                      <a:pPr algn="ctr"/>
                      <a:r>
                        <a:rPr lang="es-MX" sz="1100" dirty="0"/>
                        <a:t>Probabilidad de impactar</a:t>
                      </a:r>
                      <a:endParaRPr lang="es-CL" sz="1100" dirty="0"/>
                    </a:p>
                  </a:txBody>
                  <a:tcPr anchor="ctr"/>
                </a:tc>
                <a:tc>
                  <a:txBody>
                    <a:bodyPr/>
                    <a:lstStyle/>
                    <a:p>
                      <a:pPr algn="ctr"/>
                      <a:r>
                        <a:rPr lang="es-MX" sz="1100" dirty="0"/>
                        <a:t>Ponderación</a:t>
                      </a:r>
                      <a:endParaRPr lang="es-CL" sz="1100" dirty="0"/>
                    </a:p>
                  </a:txBody>
                  <a:tcPr anchor="ctr"/>
                </a:tc>
                <a:tc>
                  <a:txBody>
                    <a:bodyPr/>
                    <a:lstStyle/>
                    <a:p>
                      <a:pPr algn="ctr"/>
                      <a:r>
                        <a:rPr lang="es-MX" sz="1100" dirty="0"/>
                        <a:t>Mitigación</a:t>
                      </a:r>
                      <a:endParaRPr lang="es-CL" sz="1100" dirty="0"/>
                    </a:p>
                  </a:txBody>
                  <a:tcPr anchor="ctr"/>
                </a:tc>
                <a:tc>
                  <a:txBody>
                    <a:bodyPr/>
                    <a:lstStyle/>
                    <a:p>
                      <a:pPr algn="ctr"/>
                      <a:r>
                        <a:rPr lang="es-MX" sz="1100" dirty="0"/>
                        <a:t>Tipo</a:t>
                      </a:r>
                      <a:endParaRPr lang="es-CL" sz="1100" dirty="0"/>
                    </a:p>
                  </a:txBody>
                  <a:tcPr anchor="ctr"/>
                </a:tc>
                <a:extLst>
                  <a:ext uri="{0D108BD9-81ED-4DB2-BD59-A6C34878D82A}">
                    <a16:rowId xmlns:a16="http://schemas.microsoft.com/office/drawing/2014/main" val="1545147549"/>
                  </a:ext>
                </a:extLst>
              </a:tr>
              <a:tr h="1223617">
                <a:tc>
                  <a:txBody>
                    <a:bodyPr/>
                    <a:lstStyle/>
                    <a:p>
                      <a:r>
                        <a:rPr lang="es-MX" sz="1100" dirty="0"/>
                        <a:t>1</a:t>
                      </a:r>
                      <a:endParaRPr lang="es-CL" sz="11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100" b="1" dirty="0"/>
                        <a:t>Fallas en validación de identidad</a:t>
                      </a:r>
                      <a:endParaRPr lang="es-CL" sz="1100" b="1" dirty="0"/>
                    </a:p>
                    <a:p>
                      <a:r>
                        <a:rPr lang="es-ES" sz="1100" dirty="0"/>
                        <a:t>El personal puede validar incorrectamente a una persona por confianza, urgencia o error</a:t>
                      </a:r>
                      <a:endParaRPr lang="es-CL" sz="1100" dirty="0"/>
                    </a:p>
                  </a:txBody>
                  <a:tcPr anchor="ctr"/>
                </a:tc>
                <a:tc>
                  <a:txBody>
                    <a:bodyPr/>
                    <a:lstStyle/>
                    <a:p>
                      <a:pPr algn="ctr"/>
                      <a:r>
                        <a:rPr lang="es-MX" sz="1100" dirty="0"/>
                        <a:t>0.7</a:t>
                      </a:r>
                      <a:endParaRPr lang="es-CL" sz="1100" dirty="0"/>
                    </a:p>
                  </a:txBody>
                  <a:tcPr anchor="ctr"/>
                </a:tc>
                <a:tc>
                  <a:txBody>
                    <a:bodyPr/>
                    <a:lstStyle/>
                    <a:p>
                      <a:pPr algn="ctr"/>
                      <a:r>
                        <a:rPr lang="es-MX" sz="1100" dirty="0"/>
                        <a:t>0.8</a:t>
                      </a:r>
                      <a:endParaRPr lang="es-CL" sz="1100" dirty="0"/>
                    </a:p>
                  </a:txBody>
                  <a:tcPr anchor="ctr"/>
                </a:tc>
                <a:tc>
                  <a:txBody>
                    <a:bodyPr/>
                    <a:lstStyle/>
                    <a:p>
                      <a:pPr algn="ctr"/>
                      <a:r>
                        <a:rPr lang="es-MX" sz="1100" dirty="0"/>
                        <a:t>Alta</a:t>
                      </a:r>
                      <a:endParaRPr lang="es-CL" sz="1100" dirty="0"/>
                    </a:p>
                  </a:txBody>
                  <a:tcPr anchor="ctr"/>
                </a:tc>
                <a:tc>
                  <a:txBody>
                    <a:bodyPr/>
                    <a:lstStyle/>
                    <a:p>
                      <a:pPr marL="171450" indent="-171450">
                        <a:buFont typeface="Arial" panose="020B0604020202020204" pitchFamily="34" charset="0"/>
                        <a:buChar char="•"/>
                      </a:pPr>
                      <a:r>
                        <a:rPr lang="es-ES" sz="1100" dirty="0"/>
                        <a:t>Obligar validación en sistema (no solo visual)</a:t>
                      </a:r>
                    </a:p>
                    <a:p>
                      <a:pPr marL="171450" indent="-171450">
                        <a:buFont typeface="Arial" panose="020B0604020202020204" pitchFamily="34" charset="0"/>
                        <a:buChar char="•"/>
                      </a:pPr>
                      <a:r>
                        <a:rPr lang="es-ES" sz="1100" dirty="0"/>
                        <a:t>Flujo guiado (no dejar saltarse pasos)</a:t>
                      </a:r>
                    </a:p>
                    <a:p>
                      <a:pPr marL="171450" indent="-171450">
                        <a:buFont typeface="Arial" panose="020B0604020202020204" pitchFamily="34" charset="0"/>
                        <a:buChar char="•"/>
                      </a:pPr>
                      <a:r>
                        <a:rPr lang="es-ES" sz="1100" dirty="0"/>
                        <a:t>Registro obligatorio de cada retiro</a:t>
                      </a:r>
                      <a:endParaRPr lang="es-CL" sz="1100" dirty="0"/>
                    </a:p>
                  </a:txBody>
                  <a:tcPr anchor="ctr"/>
                </a:tc>
                <a:tc>
                  <a:txBody>
                    <a:bodyPr/>
                    <a:lstStyle/>
                    <a:p>
                      <a:pPr algn="ctr"/>
                      <a:r>
                        <a:rPr lang="es-MX" sz="1100" dirty="0"/>
                        <a:t>Gestión</a:t>
                      </a:r>
                      <a:endParaRPr lang="es-CL" sz="1100" dirty="0"/>
                    </a:p>
                  </a:txBody>
                  <a:tcPr anchor="ctr"/>
                </a:tc>
                <a:extLst>
                  <a:ext uri="{0D108BD9-81ED-4DB2-BD59-A6C34878D82A}">
                    <a16:rowId xmlns:a16="http://schemas.microsoft.com/office/drawing/2014/main" val="336009649"/>
                  </a:ext>
                </a:extLst>
              </a:tr>
              <a:tr h="1163782">
                <a:tc>
                  <a:txBody>
                    <a:bodyPr/>
                    <a:lstStyle/>
                    <a:p>
                      <a:r>
                        <a:rPr lang="es-MX" sz="1100" dirty="0"/>
                        <a:t>2</a:t>
                      </a:r>
                      <a:endParaRPr lang="es-CL" sz="1100" dirty="0"/>
                    </a:p>
                  </a:txBody>
                  <a:tcPr anchor="ctr"/>
                </a:tc>
                <a:tc>
                  <a:txBody>
                    <a:bodyPr/>
                    <a:lstStyle/>
                    <a:p>
                      <a:r>
                        <a:rPr lang="pt-BR" sz="1100" b="1" dirty="0"/>
                        <a:t>Apoderado comparte QR o PIN</a:t>
                      </a:r>
                    </a:p>
                    <a:p>
                      <a:r>
                        <a:rPr lang="es-ES" sz="1100" dirty="0"/>
                        <a:t>Un apoderado podría enviar su QR/PIN a otra persona (ej: familiar, Uber, etc.), perdiendo control del retiro.</a:t>
                      </a:r>
                      <a:endParaRPr lang="es-CL" sz="1100" b="0" dirty="0"/>
                    </a:p>
                  </a:txBody>
                  <a:tcPr anchor="ctr"/>
                </a:tc>
                <a:tc>
                  <a:txBody>
                    <a:bodyPr/>
                    <a:lstStyle/>
                    <a:p>
                      <a:pPr algn="ctr"/>
                      <a:r>
                        <a:rPr lang="es-MX" sz="1100" dirty="0"/>
                        <a:t>0.6</a:t>
                      </a:r>
                      <a:endParaRPr lang="es-CL" sz="1100" dirty="0"/>
                    </a:p>
                  </a:txBody>
                  <a:tcPr anchor="ctr"/>
                </a:tc>
                <a:tc>
                  <a:txBody>
                    <a:bodyPr/>
                    <a:lstStyle/>
                    <a:p>
                      <a:pPr algn="ctr"/>
                      <a:r>
                        <a:rPr lang="es-MX" sz="1100" dirty="0"/>
                        <a:t>0.8</a:t>
                      </a:r>
                      <a:endParaRPr lang="es-CL" sz="1100" dirty="0"/>
                    </a:p>
                  </a:txBody>
                  <a:tcPr anchor="ctr"/>
                </a:tc>
                <a:tc>
                  <a:txBody>
                    <a:bodyPr/>
                    <a:lstStyle/>
                    <a:p>
                      <a:pPr algn="ctr"/>
                      <a:r>
                        <a:rPr lang="es-MX" sz="1100" dirty="0"/>
                        <a:t>Alta</a:t>
                      </a:r>
                      <a:endParaRPr lang="es-CL" sz="1100" dirty="0"/>
                    </a:p>
                  </a:txBody>
                  <a:tcPr anchor="ctr"/>
                </a:tc>
                <a:tc>
                  <a:txBody>
                    <a:bodyPr/>
                    <a:lstStyle/>
                    <a:p>
                      <a:pPr marL="171450" indent="-171450">
                        <a:buFont typeface="Arial" panose="020B0604020202020204" pitchFamily="34" charset="0"/>
                        <a:buChar char="•"/>
                      </a:pPr>
                      <a:r>
                        <a:rPr lang="es-ES" sz="1100" dirty="0"/>
                        <a:t>QR con expiración</a:t>
                      </a:r>
                    </a:p>
                    <a:p>
                      <a:pPr marL="171450" indent="-171450">
                        <a:buFont typeface="Arial" panose="020B0604020202020204" pitchFamily="34" charset="0"/>
                        <a:buChar char="•"/>
                      </a:pPr>
                      <a:r>
                        <a:rPr lang="es-ES" sz="1100" dirty="0"/>
                        <a:t>Validación secundaria</a:t>
                      </a:r>
                    </a:p>
                    <a:p>
                      <a:pPr marL="171450" indent="-171450">
                        <a:buFont typeface="Arial" panose="020B0604020202020204" pitchFamily="34" charset="0"/>
                        <a:buChar char="•"/>
                      </a:pPr>
                      <a:r>
                        <a:rPr lang="es-ES" sz="1100" dirty="0"/>
                        <a:t>Registro del retiro (trazabilidad)</a:t>
                      </a:r>
                      <a:endParaRPr lang="es-CL" sz="1100" dirty="0"/>
                    </a:p>
                  </a:txBody>
                  <a:tcPr anchor="ctr"/>
                </a:tc>
                <a:tc>
                  <a:txBody>
                    <a:bodyPr/>
                    <a:lstStyle/>
                    <a:p>
                      <a:pPr algn="ctr"/>
                      <a:r>
                        <a:rPr lang="es-MX" sz="1100" dirty="0"/>
                        <a:t>Producto</a:t>
                      </a:r>
                      <a:endParaRPr lang="es-CL" sz="1100" dirty="0"/>
                    </a:p>
                  </a:txBody>
                  <a:tcPr anchor="ctr"/>
                </a:tc>
                <a:extLst>
                  <a:ext uri="{0D108BD9-81ED-4DB2-BD59-A6C34878D82A}">
                    <a16:rowId xmlns:a16="http://schemas.microsoft.com/office/drawing/2014/main" val="2541561256"/>
                  </a:ext>
                </a:extLst>
              </a:tr>
              <a:tr h="1006763">
                <a:tc>
                  <a:txBody>
                    <a:bodyPr/>
                    <a:lstStyle/>
                    <a:p>
                      <a:r>
                        <a:rPr lang="es-MX" sz="1100" dirty="0"/>
                        <a:t>3</a:t>
                      </a:r>
                      <a:endParaRPr lang="es-CL" sz="1100" dirty="0"/>
                    </a:p>
                  </a:txBody>
                  <a:tcPr anchor="ctr"/>
                </a:tc>
                <a:tc>
                  <a:txBody>
                    <a:bodyPr/>
                    <a:lstStyle/>
                    <a:p>
                      <a:r>
                        <a:rPr lang="es-CL" sz="1100" b="1" dirty="0"/>
                        <a:t>Datos desactualizados</a:t>
                      </a:r>
                      <a:endParaRPr lang="es-CL" sz="1100" b="0" dirty="0"/>
                    </a:p>
                    <a:p>
                      <a:r>
                        <a:rPr lang="es-ES" sz="1100" dirty="0"/>
                        <a:t>El colegio no tiene actualizada la información de quién puede retirar al estudiante.</a:t>
                      </a:r>
                      <a:endParaRPr lang="es-CL" sz="1100" b="1" dirty="0"/>
                    </a:p>
                  </a:txBody>
                  <a:tcPr anchor="ctr"/>
                </a:tc>
                <a:tc>
                  <a:txBody>
                    <a:bodyPr/>
                    <a:lstStyle/>
                    <a:p>
                      <a:pPr algn="ctr"/>
                      <a:r>
                        <a:rPr lang="es-MX" sz="1100" dirty="0"/>
                        <a:t>0.7</a:t>
                      </a:r>
                      <a:endParaRPr lang="es-CL" sz="1100" dirty="0"/>
                    </a:p>
                  </a:txBody>
                  <a:tcPr anchor="ctr"/>
                </a:tc>
                <a:tc>
                  <a:txBody>
                    <a:bodyPr/>
                    <a:lstStyle/>
                    <a:p>
                      <a:pPr algn="ctr"/>
                      <a:r>
                        <a:rPr lang="es-MX" sz="1100" dirty="0"/>
                        <a:t>0.7</a:t>
                      </a:r>
                      <a:endParaRPr lang="es-CL" sz="1100" dirty="0"/>
                    </a:p>
                  </a:txBody>
                  <a:tcPr anchor="ctr"/>
                </a:tc>
                <a:tc>
                  <a:txBody>
                    <a:bodyPr/>
                    <a:lstStyle/>
                    <a:p>
                      <a:pPr algn="ctr"/>
                      <a:r>
                        <a:rPr lang="es-MX" sz="1100" dirty="0"/>
                        <a:t>Alta</a:t>
                      </a:r>
                      <a:endParaRPr lang="es-CL" sz="1100" dirty="0"/>
                    </a:p>
                  </a:txBody>
                  <a:tcPr anchor="ctr"/>
                </a:tc>
                <a:tc>
                  <a:txBody>
                    <a:bodyPr/>
                    <a:lstStyle/>
                    <a:p>
                      <a:pPr marL="171450" indent="-171450">
                        <a:buFont typeface="Arial" panose="020B0604020202020204" pitchFamily="34" charset="0"/>
                        <a:buChar char="•"/>
                      </a:pPr>
                      <a:r>
                        <a:rPr lang="es-ES" sz="1100" dirty="0"/>
                        <a:t>Gestión de autorizaciones en sistema</a:t>
                      </a:r>
                    </a:p>
                    <a:p>
                      <a:pPr marL="171450" indent="-171450">
                        <a:buFont typeface="Arial" panose="020B0604020202020204" pitchFamily="34" charset="0"/>
                        <a:buChar char="•"/>
                      </a:pPr>
                      <a:r>
                        <a:rPr lang="es-ES" sz="1100" dirty="0"/>
                        <a:t>Actualización periódica</a:t>
                      </a:r>
                    </a:p>
                    <a:p>
                      <a:pPr marL="171450" indent="-171450">
                        <a:buFont typeface="Arial" panose="020B0604020202020204" pitchFamily="34" charset="0"/>
                        <a:buChar char="•"/>
                      </a:pPr>
                      <a:r>
                        <a:rPr lang="es-ES" sz="1100" dirty="0"/>
                        <a:t>Registro de cambios</a:t>
                      </a:r>
                      <a:endParaRPr lang="es-CL" sz="1100" dirty="0"/>
                    </a:p>
                  </a:txBody>
                  <a:tcPr anchor="ctr"/>
                </a:tc>
                <a:tc>
                  <a:txBody>
                    <a:bodyPr/>
                    <a:lstStyle/>
                    <a:p>
                      <a:pPr algn="ctr"/>
                      <a:r>
                        <a:rPr lang="es-MX" sz="1100" dirty="0"/>
                        <a:t>Gestión</a:t>
                      </a:r>
                      <a:endParaRPr lang="es-CL" sz="1100" dirty="0"/>
                    </a:p>
                  </a:txBody>
                  <a:tcPr anchor="ctr"/>
                </a:tc>
                <a:extLst>
                  <a:ext uri="{0D108BD9-81ED-4DB2-BD59-A6C34878D82A}">
                    <a16:rowId xmlns:a16="http://schemas.microsoft.com/office/drawing/2014/main" val="1665650769"/>
                  </a:ext>
                </a:extLst>
              </a:tr>
              <a:tr h="849746">
                <a:tc>
                  <a:txBody>
                    <a:bodyPr/>
                    <a:lstStyle/>
                    <a:p>
                      <a:r>
                        <a:rPr lang="es-MX" sz="1100" dirty="0"/>
                        <a:t>4</a:t>
                      </a:r>
                      <a:endParaRPr lang="es-CL" sz="1100" dirty="0"/>
                    </a:p>
                  </a:txBody>
                  <a:tcPr anchor="ctr"/>
                </a:tc>
                <a:tc>
                  <a:txBody>
                    <a:bodyPr/>
                    <a:lstStyle/>
                    <a:p>
                      <a:r>
                        <a:rPr lang="es-ES" sz="1100" b="1" dirty="0"/>
                        <a:t>Alta carga en salida</a:t>
                      </a:r>
                    </a:p>
                    <a:p>
                      <a:r>
                        <a:rPr lang="es-ES" sz="1100" dirty="0"/>
                        <a:t>En horario de salida hay muchos apoderados, lo que genera presión y errores.</a:t>
                      </a:r>
                      <a:endParaRPr lang="es-CL" sz="1100" b="0" dirty="0"/>
                    </a:p>
                  </a:txBody>
                  <a:tcPr anchor="ctr"/>
                </a:tc>
                <a:tc>
                  <a:txBody>
                    <a:bodyPr/>
                    <a:lstStyle/>
                    <a:p>
                      <a:pPr algn="ctr"/>
                      <a:r>
                        <a:rPr lang="es-MX" sz="1100" dirty="0"/>
                        <a:t>0.8</a:t>
                      </a:r>
                      <a:endParaRPr lang="es-CL" sz="1100" dirty="0"/>
                    </a:p>
                  </a:txBody>
                  <a:tcPr anchor="ctr"/>
                </a:tc>
                <a:tc>
                  <a:txBody>
                    <a:bodyPr/>
                    <a:lstStyle/>
                    <a:p>
                      <a:pPr algn="ctr"/>
                      <a:r>
                        <a:rPr lang="es-MX" sz="1100" dirty="0"/>
                        <a:t>0.6</a:t>
                      </a:r>
                      <a:endParaRPr lang="es-CL" sz="1100" dirty="0"/>
                    </a:p>
                  </a:txBody>
                  <a:tcPr anchor="ctr"/>
                </a:tc>
                <a:tc>
                  <a:txBody>
                    <a:bodyPr/>
                    <a:lstStyle/>
                    <a:p>
                      <a:pPr algn="ctr"/>
                      <a:r>
                        <a:rPr lang="es-MX" sz="1100" dirty="0"/>
                        <a:t>Alta</a:t>
                      </a:r>
                      <a:endParaRPr lang="es-CL" sz="1100" dirty="0"/>
                    </a:p>
                  </a:txBody>
                  <a:tcPr anchor="ctr"/>
                </a:tc>
                <a:tc>
                  <a:txBody>
                    <a:bodyPr/>
                    <a:lstStyle/>
                    <a:p>
                      <a:pPr marL="171450" indent="-171450">
                        <a:buFont typeface="Arial" panose="020B0604020202020204" pitchFamily="34" charset="0"/>
                        <a:buChar char="•"/>
                      </a:pPr>
                      <a:r>
                        <a:rPr lang="es-ES" sz="1100" dirty="0"/>
                        <a:t>Flujo rápido en sistema</a:t>
                      </a:r>
                    </a:p>
                    <a:p>
                      <a:pPr marL="171450" indent="-171450">
                        <a:buFont typeface="Arial" panose="020B0604020202020204" pitchFamily="34" charset="0"/>
                        <a:buChar char="•"/>
                      </a:pPr>
                      <a:r>
                        <a:rPr lang="es-ES" sz="1100" dirty="0"/>
                        <a:t>Validación simplificada</a:t>
                      </a:r>
                    </a:p>
                    <a:p>
                      <a:pPr marL="171450" indent="-171450">
                        <a:buFont typeface="Arial" panose="020B0604020202020204" pitchFamily="34" charset="0"/>
                        <a:buChar char="•"/>
                      </a:pPr>
                      <a:r>
                        <a:rPr lang="es-ES" sz="1100" dirty="0"/>
                        <a:t>Priorización de acciones críticas</a:t>
                      </a:r>
                      <a:endParaRPr lang="es-CL" sz="1100" dirty="0"/>
                    </a:p>
                  </a:txBody>
                  <a:tcPr anchor="ctr"/>
                </a:tc>
                <a:tc>
                  <a:txBody>
                    <a:bodyPr/>
                    <a:lstStyle/>
                    <a:p>
                      <a:pPr algn="ctr"/>
                      <a:r>
                        <a:rPr lang="es-MX" sz="1100" dirty="0"/>
                        <a:t>Operacional</a:t>
                      </a:r>
                      <a:endParaRPr lang="es-CL" sz="1100" dirty="0"/>
                    </a:p>
                  </a:txBody>
                  <a:tcPr anchor="ctr"/>
                </a:tc>
                <a:extLst>
                  <a:ext uri="{0D108BD9-81ED-4DB2-BD59-A6C34878D82A}">
                    <a16:rowId xmlns:a16="http://schemas.microsoft.com/office/drawing/2014/main" val="811459937"/>
                  </a:ext>
                </a:extLst>
              </a:tr>
              <a:tr h="849746">
                <a:tc>
                  <a:txBody>
                    <a:bodyPr/>
                    <a:lstStyle/>
                    <a:p>
                      <a:r>
                        <a:rPr lang="es-MX" sz="1100" dirty="0"/>
                        <a:t>5</a:t>
                      </a:r>
                      <a:endParaRPr lang="es-CL" sz="1100" dirty="0"/>
                    </a:p>
                  </a:txBody>
                  <a:tcPr anchor="ctr"/>
                </a:tc>
                <a:tc>
                  <a:txBody>
                    <a:bodyPr/>
                    <a:lstStyle/>
                    <a:p>
                      <a:r>
                        <a:rPr lang="es-MX" sz="1100" b="1" dirty="0"/>
                        <a:t>Falla en alguna de las autenticaciones</a:t>
                      </a:r>
                    </a:p>
                    <a:p>
                      <a:r>
                        <a:rPr lang="es-ES" sz="1100" dirty="0"/>
                        <a:t>Alguna de las autenticaciones no funciona bien</a:t>
                      </a:r>
                      <a:endParaRPr lang="es-CL" sz="1100" b="1" dirty="0"/>
                    </a:p>
                  </a:txBody>
                  <a:tcPr anchor="ctr"/>
                </a:tc>
                <a:tc>
                  <a:txBody>
                    <a:bodyPr/>
                    <a:lstStyle/>
                    <a:p>
                      <a:pPr algn="ctr"/>
                      <a:r>
                        <a:rPr lang="es-MX" sz="1100" dirty="0"/>
                        <a:t>0.7</a:t>
                      </a:r>
                      <a:endParaRPr lang="es-CL" sz="1100" dirty="0"/>
                    </a:p>
                  </a:txBody>
                  <a:tcPr anchor="ctr"/>
                </a:tc>
                <a:tc>
                  <a:txBody>
                    <a:bodyPr/>
                    <a:lstStyle/>
                    <a:p>
                      <a:pPr algn="ctr"/>
                      <a:r>
                        <a:rPr lang="es-MX" sz="1100" dirty="0"/>
                        <a:t>0.5</a:t>
                      </a:r>
                      <a:endParaRPr lang="es-CL" sz="1100" dirty="0"/>
                    </a:p>
                  </a:txBody>
                  <a:tcPr anchor="ctr"/>
                </a:tc>
                <a:tc>
                  <a:txBody>
                    <a:bodyPr/>
                    <a:lstStyle/>
                    <a:p>
                      <a:pPr algn="ctr"/>
                      <a:r>
                        <a:rPr lang="es-MX" sz="1100" dirty="0"/>
                        <a:t>Media</a:t>
                      </a:r>
                      <a:endParaRPr lang="es-CL" sz="1100" dirty="0"/>
                    </a:p>
                  </a:txBody>
                  <a:tcPr anchor="ctr"/>
                </a:tc>
                <a:tc>
                  <a:txBody>
                    <a:bodyPr/>
                    <a:lstStyle/>
                    <a:p>
                      <a:pPr marL="171450" indent="-171450">
                        <a:buFont typeface="Arial" panose="020B0604020202020204" pitchFamily="34" charset="0"/>
                        <a:buChar char="•"/>
                      </a:pPr>
                      <a:r>
                        <a:rPr lang="es-CL" sz="1100" dirty="0"/>
                        <a:t>Métodos alternativos </a:t>
                      </a:r>
                    </a:p>
                    <a:p>
                      <a:pPr marL="171450" indent="-171450">
                        <a:buFont typeface="Arial" panose="020B0604020202020204" pitchFamily="34" charset="0"/>
                        <a:buChar char="•"/>
                      </a:pPr>
                      <a:r>
                        <a:rPr lang="es-CL" sz="1100" dirty="0"/>
                        <a:t>Validación manual controlada</a:t>
                      </a:r>
                    </a:p>
                  </a:txBody>
                  <a:tcPr anchor="ctr"/>
                </a:tc>
                <a:tc>
                  <a:txBody>
                    <a:bodyPr/>
                    <a:lstStyle/>
                    <a:p>
                      <a:pPr algn="ctr"/>
                      <a:r>
                        <a:rPr lang="es-MX" sz="1100" dirty="0"/>
                        <a:t>Técnico</a:t>
                      </a:r>
                      <a:endParaRPr lang="es-CL" sz="1100" dirty="0"/>
                    </a:p>
                  </a:txBody>
                  <a:tcPr anchor="ctr"/>
                </a:tc>
                <a:extLst>
                  <a:ext uri="{0D108BD9-81ED-4DB2-BD59-A6C34878D82A}">
                    <a16:rowId xmlns:a16="http://schemas.microsoft.com/office/drawing/2014/main" val="974963041"/>
                  </a:ext>
                </a:extLst>
              </a:tr>
            </a:tbl>
          </a:graphicData>
        </a:graphic>
      </p:graphicFrame>
    </p:spTree>
    <p:extLst>
      <p:ext uri="{BB962C8B-B14F-4D97-AF65-F5344CB8AC3E}">
        <p14:creationId xmlns:p14="http://schemas.microsoft.com/office/powerpoint/2010/main" val="33976842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4A86FD-325F-F8A8-1CAE-AB358FCB2620}"/>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752F7B8D-39DB-C926-ADB8-1CE7FD5074F9}"/>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BCBFD8C6-C7DD-35AC-D60B-39A289040C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EC1223C2-71D6-4184-31E5-40EB768E9CE8}"/>
              </a:ext>
            </a:extLst>
          </p:cNvPr>
          <p:cNvSpPr txBox="1"/>
          <p:nvPr/>
        </p:nvSpPr>
        <p:spPr>
          <a:xfrm>
            <a:off x="108722" y="139834"/>
            <a:ext cx="4033284"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Plan de gestión de riesgos</a:t>
            </a:r>
          </a:p>
        </p:txBody>
      </p:sp>
      <p:graphicFrame>
        <p:nvGraphicFramePr>
          <p:cNvPr id="3" name="Tabla 2">
            <a:extLst>
              <a:ext uri="{FF2B5EF4-FFF2-40B4-BE49-F238E27FC236}">
                <a16:creationId xmlns:a16="http://schemas.microsoft.com/office/drawing/2014/main" id="{A834B00C-1E33-859A-0E01-B379A592B539}"/>
              </a:ext>
            </a:extLst>
          </p:cNvPr>
          <p:cNvGraphicFramePr>
            <a:graphicFrameLocks noGrp="1"/>
          </p:cNvGraphicFramePr>
          <p:nvPr>
            <p:extLst>
              <p:ext uri="{D42A27DB-BD31-4B8C-83A1-F6EECF244321}">
                <p14:modId xmlns:p14="http://schemas.microsoft.com/office/powerpoint/2010/main" val="1195909423"/>
              </p:ext>
            </p:extLst>
          </p:nvPr>
        </p:nvGraphicFramePr>
        <p:xfrm>
          <a:off x="108722" y="872842"/>
          <a:ext cx="8926556" cy="5714696"/>
        </p:xfrm>
        <a:graphic>
          <a:graphicData uri="http://schemas.openxmlformats.org/drawingml/2006/table">
            <a:tbl>
              <a:tblPr firstRow="1" bandRow="1">
                <a:tableStyleId>{5C22544A-7EE6-4342-B048-85BDC9FD1C3A}</a:tableStyleId>
              </a:tblPr>
              <a:tblGrid>
                <a:gridCol w="366712">
                  <a:extLst>
                    <a:ext uri="{9D8B030D-6E8A-4147-A177-3AD203B41FA5}">
                      <a16:colId xmlns:a16="http://schemas.microsoft.com/office/drawing/2014/main" val="2629675103"/>
                    </a:ext>
                  </a:extLst>
                </a:gridCol>
                <a:gridCol w="2478078">
                  <a:extLst>
                    <a:ext uri="{9D8B030D-6E8A-4147-A177-3AD203B41FA5}">
                      <a16:colId xmlns:a16="http://schemas.microsoft.com/office/drawing/2014/main" val="1125639584"/>
                    </a:ext>
                  </a:extLst>
                </a:gridCol>
                <a:gridCol w="749808">
                  <a:extLst>
                    <a:ext uri="{9D8B030D-6E8A-4147-A177-3AD203B41FA5}">
                      <a16:colId xmlns:a16="http://schemas.microsoft.com/office/drawing/2014/main" val="3384896167"/>
                    </a:ext>
                  </a:extLst>
                </a:gridCol>
                <a:gridCol w="1152144">
                  <a:extLst>
                    <a:ext uri="{9D8B030D-6E8A-4147-A177-3AD203B41FA5}">
                      <a16:colId xmlns:a16="http://schemas.microsoft.com/office/drawing/2014/main" val="1427301203"/>
                    </a:ext>
                  </a:extLst>
                </a:gridCol>
                <a:gridCol w="1381218">
                  <a:extLst>
                    <a:ext uri="{9D8B030D-6E8A-4147-A177-3AD203B41FA5}">
                      <a16:colId xmlns:a16="http://schemas.microsoft.com/office/drawing/2014/main" val="3931710249"/>
                    </a:ext>
                  </a:extLst>
                </a:gridCol>
                <a:gridCol w="1737060">
                  <a:extLst>
                    <a:ext uri="{9D8B030D-6E8A-4147-A177-3AD203B41FA5}">
                      <a16:colId xmlns:a16="http://schemas.microsoft.com/office/drawing/2014/main" val="2832388599"/>
                    </a:ext>
                  </a:extLst>
                </a:gridCol>
                <a:gridCol w="1061536">
                  <a:extLst>
                    <a:ext uri="{9D8B030D-6E8A-4147-A177-3AD203B41FA5}">
                      <a16:colId xmlns:a16="http://schemas.microsoft.com/office/drawing/2014/main" val="3376699675"/>
                    </a:ext>
                  </a:extLst>
                </a:gridCol>
              </a:tblGrid>
              <a:tr h="493627">
                <a:tc>
                  <a:txBody>
                    <a:bodyPr/>
                    <a:lstStyle/>
                    <a:p>
                      <a:pPr algn="ctr"/>
                      <a:r>
                        <a:rPr lang="es-MX" sz="1100" dirty="0"/>
                        <a:t>#</a:t>
                      </a:r>
                      <a:endParaRPr lang="es-CL" sz="1100" dirty="0"/>
                    </a:p>
                  </a:txBody>
                  <a:tcPr anchor="ctr"/>
                </a:tc>
                <a:tc>
                  <a:txBody>
                    <a:bodyPr/>
                    <a:lstStyle/>
                    <a:p>
                      <a:pPr algn="ctr"/>
                      <a:r>
                        <a:rPr lang="es-MX" sz="1100" dirty="0"/>
                        <a:t>Riesgo</a:t>
                      </a:r>
                      <a:endParaRPr lang="es-CL" sz="1100" dirty="0"/>
                    </a:p>
                  </a:txBody>
                  <a:tcPr anchor="ctr"/>
                </a:tc>
                <a:tc>
                  <a:txBody>
                    <a:bodyPr/>
                    <a:lstStyle/>
                    <a:p>
                      <a:pPr algn="ctr"/>
                      <a:r>
                        <a:rPr lang="es-MX" sz="1100" dirty="0"/>
                        <a:t>Probabilidad</a:t>
                      </a:r>
                      <a:endParaRPr lang="es-CL" sz="1100" dirty="0"/>
                    </a:p>
                  </a:txBody>
                  <a:tcPr anchor="ctr"/>
                </a:tc>
                <a:tc>
                  <a:txBody>
                    <a:bodyPr/>
                    <a:lstStyle/>
                    <a:p>
                      <a:pPr algn="ctr"/>
                      <a:r>
                        <a:rPr lang="es-MX" sz="1100" dirty="0"/>
                        <a:t>Probabilidad de impactar</a:t>
                      </a:r>
                      <a:endParaRPr lang="es-CL" sz="1100" dirty="0"/>
                    </a:p>
                  </a:txBody>
                  <a:tcPr anchor="ctr"/>
                </a:tc>
                <a:tc>
                  <a:txBody>
                    <a:bodyPr/>
                    <a:lstStyle/>
                    <a:p>
                      <a:pPr algn="ctr"/>
                      <a:r>
                        <a:rPr lang="es-MX" sz="1100" dirty="0"/>
                        <a:t>Ponderación</a:t>
                      </a:r>
                      <a:endParaRPr lang="es-CL" sz="1100" dirty="0"/>
                    </a:p>
                  </a:txBody>
                  <a:tcPr anchor="ctr"/>
                </a:tc>
                <a:tc>
                  <a:txBody>
                    <a:bodyPr/>
                    <a:lstStyle/>
                    <a:p>
                      <a:pPr algn="ctr"/>
                      <a:r>
                        <a:rPr lang="es-MX" sz="1100" dirty="0"/>
                        <a:t>Mitigación</a:t>
                      </a:r>
                      <a:endParaRPr lang="es-CL" sz="1100" dirty="0"/>
                    </a:p>
                  </a:txBody>
                  <a:tcPr anchor="ctr"/>
                </a:tc>
                <a:tc>
                  <a:txBody>
                    <a:bodyPr/>
                    <a:lstStyle/>
                    <a:p>
                      <a:pPr algn="ctr"/>
                      <a:r>
                        <a:rPr lang="es-MX" sz="1100" dirty="0"/>
                        <a:t>Tipo</a:t>
                      </a:r>
                      <a:endParaRPr lang="es-CL" sz="1100" dirty="0"/>
                    </a:p>
                  </a:txBody>
                  <a:tcPr anchor="ctr"/>
                </a:tc>
                <a:extLst>
                  <a:ext uri="{0D108BD9-81ED-4DB2-BD59-A6C34878D82A}">
                    <a16:rowId xmlns:a16="http://schemas.microsoft.com/office/drawing/2014/main" val="1545147549"/>
                  </a:ext>
                </a:extLst>
              </a:tr>
              <a:tr h="846379">
                <a:tc>
                  <a:txBody>
                    <a:bodyPr/>
                    <a:lstStyle/>
                    <a:p>
                      <a:r>
                        <a:rPr lang="es-MX" sz="1100" dirty="0"/>
                        <a:t>6</a:t>
                      </a:r>
                      <a:endParaRPr lang="es-CL" sz="11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sz="1100" b="1" dirty="0"/>
                        <a:t>Sistema lento o poco usable</a:t>
                      </a:r>
                      <a:endParaRPr lang="es-CL" sz="11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sz="1100" dirty="0"/>
                        <a:t>El sistema es lento o difícil de usar, por ende, el personal lo evita.</a:t>
                      </a:r>
                      <a:endParaRPr lang="es-CL" sz="1100" b="1" dirty="0"/>
                    </a:p>
                  </a:txBody>
                  <a:tcPr anchor="ctr"/>
                </a:tc>
                <a:tc>
                  <a:txBody>
                    <a:bodyPr/>
                    <a:lstStyle/>
                    <a:p>
                      <a:pPr algn="ctr"/>
                      <a:r>
                        <a:rPr lang="es-MX" sz="1100" dirty="0"/>
                        <a:t>0.5</a:t>
                      </a:r>
                      <a:endParaRPr lang="es-CL" sz="1100" dirty="0"/>
                    </a:p>
                  </a:txBody>
                  <a:tcPr anchor="ctr"/>
                </a:tc>
                <a:tc>
                  <a:txBody>
                    <a:bodyPr/>
                    <a:lstStyle/>
                    <a:p>
                      <a:pPr algn="ctr"/>
                      <a:r>
                        <a:rPr lang="es-MX" sz="1100" dirty="0"/>
                        <a:t>0.6</a:t>
                      </a:r>
                      <a:endParaRPr lang="es-CL" sz="1100" dirty="0"/>
                    </a:p>
                  </a:txBody>
                  <a:tcPr anchor="ctr"/>
                </a:tc>
                <a:tc>
                  <a:txBody>
                    <a:bodyPr/>
                    <a:lstStyle/>
                    <a:p>
                      <a:pPr algn="ctr"/>
                      <a:r>
                        <a:rPr lang="es-MX" sz="1100" dirty="0"/>
                        <a:t>Media</a:t>
                      </a:r>
                      <a:endParaRPr lang="es-CL" sz="1100" dirty="0"/>
                    </a:p>
                  </a:txBody>
                  <a:tcPr anchor="ctr"/>
                </a:tc>
                <a:tc>
                  <a:txBody>
                    <a:bodyPr/>
                    <a:lstStyle/>
                    <a:p>
                      <a:pPr marL="171450" indent="-171450">
                        <a:buFont typeface="Arial" panose="020B0604020202020204" pitchFamily="34" charset="0"/>
                        <a:buChar char="•"/>
                      </a:pPr>
                      <a:r>
                        <a:rPr lang="es-ES" sz="1100" dirty="0"/>
                        <a:t>UI simple (pocos pasos) </a:t>
                      </a:r>
                    </a:p>
                    <a:p>
                      <a:pPr marL="171450" indent="-171450">
                        <a:buFont typeface="Arial" panose="020B0604020202020204" pitchFamily="34" charset="0"/>
                        <a:buChar char="•"/>
                      </a:pPr>
                      <a:r>
                        <a:rPr lang="es-ES" sz="1100" dirty="0"/>
                        <a:t>Optimización básica </a:t>
                      </a:r>
                    </a:p>
                    <a:p>
                      <a:pPr marL="171450" indent="-171450">
                        <a:buFont typeface="Arial" panose="020B0604020202020204" pitchFamily="34" charset="0"/>
                        <a:buChar char="•"/>
                      </a:pPr>
                      <a:r>
                        <a:rPr lang="es-ES" sz="1100" dirty="0"/>
                        <a:t>Pruebas con usuarios</a:t>
                      </a:r>
                      <a:endParaRPr lang="es-CL" sz="1100" dirty="0"/>
                    </a:p>
                  </a:txBody>
                  <a:tcPr anchor="ctr"/>
                </a:tc>
                <a:tc>
                  <a:txBody>
                    <a:bodyPr/>
                    <a:lstStyle/>
                    <a:p>
                      <a:pPr algn="ctr"/>
                      <a:r>
                        <a:rPr lang="es-MX" sz="1100" dirty="0"/>
                        <a:t>Técnico</a:t>
                      </a:r>
                      <a:endParaRPr lang="es-CL" sz="1100" dirty="0"/>
                    </a:p>
                  </a:txBody>
                  <a:tcPr anchor="ctr"/>
                </a:tc>
                <a:extLst>
                  <a:ext uri="{0D108BD9-81ED-4DB2-BD59-A6C34878D82A}">
                    <a16:rowId xmlns:a16="http://schemas.microsoft.com/office/drawing/2014/main" val="336009649"/>
                  </a:ext>
                </a:extLst>
              </a:tr>
              <a:tr h="1110240">
                <a:tc>
                  <a:txBody>
                    <a:bodyPr/>
                    <a:lstStyle/>
                    <a:p>
                      <a:r>
                        <a:rPr lang="es-MX" sz="1100" dirty="0"/>
                        <a:t>7</a:t>
                      </a:r>
                      <a:endParaRPr lang="es-CL" sz="1100" dirty="0"/>
                    </a:p>
                  </a:txBody>
                  <a:tcPr anchor="ctr"/>
                </a:tc>
                <a:tc>
                  <a:txBody>
                    <a:bodyPr/>
                    <a:lstStyle/>
                    <a:p>
                      <a:pPr algn="l"/>
                      <a:r>
                        <a:rPr lang="es-CL" sz="1100" b="1" dirty="0"/>
                        <a:t>No registrar eventos</a:t>
                      </a:r>
                    </a:p>
                    <a:p>
                      <a:pPr algn="l"/>
                      <a:r>
                        <a:rPr lang="es-ES" sz="1100" dirty="0"/>
                        <a:t>El sistema permite validar, pero no deja registro (pierde trazabilidad).</a:t>
                      </a:r>
                      <a:endParaRPr lang="es-CL" sz="1100" b="1" dirty="0"/>
                    </a:p>
                  </a:txBody>
                  <a:tcPr anchor="ctr"/>
                </a:tc>
                <a:tc>
                  <a:txBody>
                    <a:bodyPr/>
                    <a:lstStyle/>
                    <a:p>
                      <a:pPr algn="ctr"/>
                      <a:r>
                        <a:rPr lang="es-MX" sz="1100" dirty="0"/>
                        <a:t>0.4</a:t>
                      </a:r>
                      <a:endParaRPr lang="es-CL" sz="1100" dirty="0"/>
                    </a:p>
                  </a:txBody>
                  <a:tcPr anchor="ctr"/>
                </a:tc>
                <a:tc>
                  <a:txBody>
                    <a:bodyPr/>
                    <a:lstStyle/>
                    <a:p>
                      <a:pPr algn="ctr"/>
                      <a:r>
                        <a:rPr lang="es-MX" sz="1100" dirty="0"/>
                        <a:t>0.8</a:t>
                      </a:r>
                      <a:endParaRPr lang="es-CL" sz="1100" dirty="0"/>
                    </a:p>
                  </a:txBody>
                  <a:tcPr anchor="ctr"/>
                </a:tc>
                <a:tc>
                  <a:txBody>
                    <a:bodyPr/>
                    <a:lstStyle/>
                    <a:p>
                      <a:pPr algn="ctr"/>
                      <a:r>
                        <a:rPr lang="es-MX" sz="1100" dirty="0"/>
                        <a:t>Alta</a:t>
                      </a:r>
                      <a:endParaRPr lang="es-CL" sz="1100" dirty="0"/>
                    </a:p>
                  </a:txBody>
                  <a:tcPr anchor="ctr"/>
                </a:tc>
                <a:tc>
                  <a:txBody>
                    <a:bodyPr/>
                    <a:lstStyle/>
                    <a:p>
                      <a:pPr marL="171450" indent="-171450">
                        <a:buFont typeface="Arial" panose="020B0604020202020204" pitchFamily="34" charset="0"/>
                        <a:buChar char="•"/>
                      </a:pPr>
                      <a:r>
                        <a:rPr lang="es-ES" sz="1100" dirty="0"/>
                        <a:t>Registro automático obligatorio</a:t>
                      </a:r>
                    </a:p>
                    <a:p>
                      <a:pPr marL="171450" indent="-171450">
                        <a:buFont typeface="Arial" panose="020B0604020202020204" pitchFamily="34" charset="0"/>
                        <a:buChar char="•"/>
                      </a:pPr>
                      <a:r>
                        <a:rPr lang="es-ES" sz="1100" dirty="0"/>
                        <a:t>Validación de guardado</a:t>
                      </a:r>
                    </a:p>
                    <a:p>
                      <a:pPr marL="171450" indent="-171450">
                        <a:buFont typeface="Arial" panose="020B0604020202020204" pitchFamily="34" charset="0"/>
                        <a:buChar char="•"/>
                      </a:pPr>
                      <a:r>
                        <a:rPr lang="es-ES" sz="1100" dirty="0"/>
                        <a:t>Logs auditables</a:t>
                      </a:r>
                      <a:endParaRPr lang="es-CL" sz="1100" dirty="0"/>
                    </a:p>
                  </a:txBody>
                  <a:tcPr anchor="ctr"/>
                </a:tc>
                <a:tc>
                  <a:txBody>
                    <a:bodyPr/>
                    <a:lstStyle/>
                    <a:p>
                      <a:pPr algn="ctr"/>
                      <a:r>
                        <a:rPr lang="es-MX" sz="1100" dirty="0"/>
                        <a:t>Técnico</a:t>
                      </a:r>
                      <a:endParaRPr lang="es-CL" sz="1100" dirty="0"/>
                    </a:p>
                  </a:txBody>
                  <a:tcPr anchor="ctr"/>
                </a:tc>
                <a:extLst>
                  <a:ext uri="{0D108BD9-81ED-4DB2-BD59-A6C34878D82A}">
                    <a16:rowId xmlns:a16="http://schemas.microsoft.com/office/drawing/2014/main" val="2541561256"/>
                  </a:ext>
                </a:extLst>
              </a:tr>
              <a:tr h="960445">
                <a:tc>
                  <a:txBody>
                    <a:bodyPr/>
                    <a:lstStyle/>
                    <a:p>
                      <a:r>
                        <a:rPr lang="es-MX" sz="1100" dirty="0"/>
                        <a:t>8</a:t>
                      </a:r>
                      <a:endParaRPr lang="es-CL" sz="11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sz="1100" b="1" dirty="0"/>
                        <a:t>Desconfianza de usuarios</a:t>
                      </a:r>
                    </a:p>
                    <a:p>
                      <a:pPr algn="l"/>
                      <a:r>
                        <a:rPr lang="es-CL" sz="1100" dirty="0"/>
                        <a:t>Apoderados o personal desconfían del sistema</a:t>
                      </a:r>
                      <a:endParaRPr lang="es-CL" sz="1100" b="1" dirty="0"/>
                    </a:p>
                  </a:txBody>
                  <a:tcPr anchor="ctr"/>
                </a:tc>
                <a:tc>
                  <a:txBody>
                    <a:bodyPr/>
                    <a:lstStyle/>
                    <a:p>
                      <a:pPr algn="ctr"/>
                      <a:r>
                        <a:rPr lang="es-MX" sz="1100" dirty="0"/>
                        <a:t>0.5</a:t>
                      </a:r>
                      <a:endParaRPr lang="es-CL" sz="1100" dirty="0"/>
                    </a:p>
                  </a:txBody>
                  <a:tcPr anchor="ctr"/>
                </a:tc>
                <a:tc>
                  <a:txBody>
                    <a:bodyPr/>
                    <a:lstStyle/>
                    <a:p>
                      <a:pPr algn="ctr"/>
                      <a:r>
                        <a:rPr lang="es-MX" sz="1100" dirty="0"/>
                        <a:t>0.5</a:t>
                      </a:r>
                      <a:endParaRPr lang="es-CL" sz="1100" dirty="0"/>
                    </a:p>
                  </a:txBody>
                  <a:tcPr anchor="ctr"/>
                </a:tc>
                <a:tc>
                  <a:txBody>
                    <a:bodyPr/>
                    <a:lstStyle/>
                    <a:p>
                      <a:pPr algn="ctr"/>
                      <a:r>
                        <a:rPr lang="es-MX" sz="1100" dirty="0"/>
                        <a:t>Media</a:t>
                      </a:r>
                      <a:endParaRPr lang="es-CL" sz="1100" dirty="0"/>
                    </a:p>
                  </a:txBody>
                  <a:tcPr anchor="ctr"/>
                </a:tc>
                <a:tc>
                  <a:txBody>
                    <a:bodyPr/>
                    <a:lstStyle/>
                    <a:p>
                      <a:pPr marL="171450" indent="-171450">
                        <a:buFont typeface="Arial" panose="020B0604020202020204" pitchFamily="34" charset="0"/>
                        <a:buChar char="•"/>
                      </a:pPr>
                      <a:r>
                        <a:rPr lang="es-CL" sz="1100" dirty="0"/>
                        <a:t>Explicar funcionamiento</a:t>
                      </a:r>
                    </a:p>
                    <a:p>
                      <a:pPr marL="171450" indent="-171450">
                        <a:buFont typeface="Arial" panose="020B0604020202020204" pitchFamily="34" charset="0"/>
                        <a:buChar char="•"/>
                      </a:pPr>
                      <a:r>
                        <a:rPr lang="es-CL" sz="1100" dirty="0"/>
                        <a:t>Permitir métodos alternativos</a:t>
                      </a:r>
                    </a:p>
                    <a:p>
                      <a:pPr marL="171450" indent="-171450">
                        <a:buFont typeface="Arial" panose="020B0604020202020204" pitchFamily="34" charset="0"/>
                        <a:buChar char="•"/>
                      </a:pPr>
                      <a:r>
                        <a:rPr lang="es-CL" sz="1100" dirty="0"/>
                        <a:t>Transparencia en uso de datos</a:t>
                      </a:r>
                    </a:p>
                  </a:txBody>
                  <a:tcPr anchor="ctr"/>
                </a:tc>
                <a:tc>
                  <a:txBody>
                    <a:bodyPr/>
                    <a:lstStyle/>
                    <a:p>
                      <a:pPr algn="ctr"/>
                      <a:r>
                        <a:rPr lang="es-MX" sz="1100" dirty="0"/>
                        <a:t>Gestión</a:t>
                      </a:r>
                      <a:endParaRPr lang="es-CL" sz="1100" dirty="0"/>
                    </a:p>
                  </a:txBody>
                  <a:tcPr anchor="ctr"/>
                </a:tc>
                <a:extLst>
                  <a:ext uri="{0D108BD9-81ED-4DB2-BD59-A6C34878D82A}">
                    <a16:rowId xmlns:a16="http://schemas.microsoft.com/office/drawing/2014/main" val="1665650769"/>
                  </a:ext>
                </a:extLst>
              </a:tr>
              <a:tr h="1046798">
                <a:tc>
                  <a:txBody>
                    <a:bodyPr/>
                    <a:lstStyle/>
                    <a:p>
                      <a:r>
                        <a:rPr lang="es-MX" sz="1100" dirty="0"/>
                        <a:t>9</a:t>
                      </a:r>
                      <a:endParaRPr lang="es-CL" sz="1100" dirty="0"/>
                    </a:p>
                  </a:txBody>
                  <a:tcPr anchor="ctr"/>
                </a:tc>
                <a:tc>
                  <a:txBody>
                    <a:bodyPr/>
                    <a:lstStyle/>
                    <a:p>
                      <a:pPr algn="l"/>
                      <a:r>
                        <a:rPr lang="es-ES" sz="1100" b="1" dirty="0"/>
                        <a:t>Uso en entorno no real</a:t>
                      </a:r>
                    </a:p>
                    <a:p>
                      <a:pPr algn="l"/>
                      <a:r>
                        <a:rPr lang="es-ES" sz="1100" dirty="0"/>
                        <a:t>Las pruebas no reflejan completamente la realidad del colegio.</a:t>
                      </a:r>
                      <a:endParaRPr lang="es-CL" sz="1100" b="1" dirty="0"/>
                    </a:p>
                  </a:txBody>
                  <a:tcPr anchor="ctr"/>
                </a:tc>
                <a:tc>
                  <a:txBody>
                    <a:bodyPr/>
                    <a:lstStyle/>
                    <a:p>
                      <a:pPr algn="ctr"/>
                      <a:r>
                        <a:rPr lang="es-MX" sz="1100" dirty="0"/>
                        <a:t>0.8</a:t>
                      </a:r>
                      <a:endParaRPr lang="es-CL" sz="1100" dirty="0"/>
                    </a:p>
                  </a:txBody>
                  <a:tcPr anchor="ctr"/>
                </a:tc>
                <a:tc>
                  <a:txBody>
                    <a:bodyPr/>
                    <a:lstStyle/>
                    <a:p>
                      <a:pPr algn="ctr"/>
                      <a:r>
                        <a:rPr lang="es-MX" sz="1100" dirty="0"/>
                        <a:t>0.4</a:t>
                      </a:r>
                      <a:endParaRPr lang="es-CL" sz="1100" dirty="0"/>
                    </a:p>
                  </a:txBody>
                  <a:tcPr anchor="ctr"/>
                </a:tc>
                <a:tc>
                  <a:txBody>
                    <a:bodyPr/>
                    <a:lstStyle/>
                    <a:p>
                      <a:pPr algn="ctr"/>
                      <a:r>
                        <a:rPr lang="es-MX" sz="1100" dirty="0"/>
                        <a:t>Media</a:t>
                      </a:r>
                      <a:endParaRPr lang="es-CL" sz="1100" dirty="0"/>
                    </a:p>
                  </a:txBody>
                  <a:tcPr anchor="ctr"/>
                </a:tc>
                <a:tc>
                  <a:txBody>
                    <a:bodyPr/>
                    <a:lstStyle/>
                    <a:p>
                      <a:pPr marL="171450" indent="-171450">
                        <a:buFont typeface="Arial" panose="020B0604020202020204" pitchFamily="34" charset="0"/>
                        <a:buChar char="•"/>
                      </a:pPr>
                      <a:r>
                        <a:rPr lang="es-ES" sz="1100" dirty="0"/>
                        <a:t>Simular escenarios reales </a:t>
                      </a:r>
                    </a:p>
                    <a:p>
                      <a:pPr marL="171450" indent="-171450">
                        <a:buFont typeface="Arial" panose="020B0604020202020204" pitchFamily="34" charset="0"/>
                        <a:buChar char="•"/>
                      </a:pPr>
                      <a:r>
                        <a:rPr lang="es-ES" sz="1100" dirty="0"/>
                        <a:t>Documentar limitaciones </a:t>
                      </a:r>
                    </a:p>
                    <a:p>
                      <a:pPr marL="171450" indent="-171450">
                        <a:buFont typeface="Arial" panose="020B0604020202020204" pitchFamily="34" charset="0"/>
                        <a:buChar char="•"/>
                      </a:pPr>
                      <a:r>
                        <a:rPr lang="es-ES" sz="1100" dirty="0"/>
                        <a:t>Proponer mejoras futuras</a:t>
                      </a:r>
                      <a:endParaRPr lang="es-CL" sz="1100" dirty="0"/>
                    </a:p>
                  </a:txBody>
                  <a:tcPr anchor="ctr"/>
                </a:tc>
                <a:tc>
                  <a:txBody>
                    <a:bodyPr/>
                    <a:lstStyle/>
                    <a:p>
                      <a:pPr algn="ctr"/>
                      <a:r>
                        <a:rPr lang="es-MX" sz="1100" dirty="0"/>
                        <a:t>Producto</a:t>
                      </a:r>
                      <a:endParaRPr lang="es-CL" sz="1100" dirty="0"/>
                    </a:p>
                  </a:txBody>
                  <a:tcPr anchor="ctr"/>
                </a:tc>
                <a:extLst>
                  <a:ext uri="{0D108BD9-81ED-4DB2-BD59-A6C34878D82A}">
                    <a16:rowId xmlns:a16="http://schemas.microsoft.com/office/drawing/2014/main" val="811459937"/>
                  </a:ext>
                </a:extLst>
              </a:tr>
              <a:tr h="1206725">
                <a:tc>
                  <a:txBody>
                    <a:bodyPr/>
                    <a:lstStyle/>
                    <a:p>
                      <a:r>
                        <a:rPr lang="es-MX" sz="1100" dirty="0"/>
                        <a:t>10</a:t>
                      </a:r>
                      <a:endParaRPr lang="es-CL" sz="1100" dirty="0"/>
                    </a:p>
                  </a:txBody>
                  <a:tcPr anchor="ctr"/>
                </a:tc>
                <a:tc>
                  <a:txBody>
                    <a:bodyPr/>
                    <a:lstStyle/>
                    <a:p>
                      <a:pPr algn="l"/>
                      <a:r>
                        <a:rPr lang="es-ES" sz="1100" b="1" dirty="0"/>
                        <a:t>Error en visualización de interfaz</a:t>
                      </a:r>
                    </a:p>
                    <a:p>
                      <a:pPr algn="l"/>
                      <a:r>
                        <a:rPr lang="es-ES" sz="1100" dirty="0"/>
                        <a:t>El sistema podría presentar pequeños errores visuales en la interfaz, como textos mal alineados, etiquetas poco claras o problemas menores de visualización en distintos dispositivos</a:t>
                      </a:r>
                      <a:endParaRPr lang="es-CL" sz="1100" b="1" dirty="0"/>
                    </a:p>
                  </a:txBody>
                  <a:tcPr anchor="ctr"/>
                </a:tc>
                <a:tc>
                  <a:txBody>
                    <a:bodyPr/>
                    <a:lstStyle/>
                    <a:p>
                      <a:pPr algn="ctr"/>
                      <a:r>
                        <a:rPr lang="es-MX" sz="1100" dirty="0"/>
                        <a:t>0.6</a:t>
                      </a:r>
                      <a:endParaRPr lang="es-CL" sz="1100" dirty="0"/>
                    </a:p>
                  </a:txBody>
                  <a:tcPr anchor="ctr"/>
                </a:tc>
                <a:tc>
                  <a:txBody>
                    <a:bodyPr/>
                    <a:lstStyle/>
                    <a:p>
                      <a:pPr algn="ctr"/>
                      <a:r>
                        <a:rPr lang="es-MX" sz="1100" dirty="0"/>
                        <a:t>0.2</a:t>
                      </a:r>
                      <a:endParaRPr lang="es-CL" sz="1100" dirty="0"/>
                    </a:p>
                  </a:txBody>
                  <a:tcPr anchor="ctr"/>
                </a:tc>
                <a:tc>
                  <a:txBody>
                    <a:bodyPr/>
                    <a:lstStyle/>
                    <a:p>
                      <a:pPr algn="ctr"/>
                      <a:r>
                        <a:rPr lang="es-MX" sz="1100" dirty="0"/>
                        <a:t>Baja</a:t>
                      </a:r>
                      <a:endParaRPr lang="es-CL" sz="1100" dirty="0"/>
                    </a:p>
                  </a:txBody>
                  <a:tcPr anchor="ctr"/>
                </a:tc>
                <a:tc>
                  <a:txBody>
                    <a:bodyPr/>
                    <a:lstStyle/>
                    <a:p>
                      <a:pPr marL="171450" indent="-171450">
                        <a:buFont typeface="Arial" panose="020B0604020202020204" pitchFamily="34" charset="0"/>
                        <a:buChar char="•"/>
                      </a:pPr>
                      <a:r>
                        <a:rPr lang="es-CL" sz="1100" dirty="0"/>
                        <a:t>Ajustes de UI/UX iterativos</a:t>
                      </a:r>
                    </a:p>
                    <a:p>
                      <a:pPr marL="171450" indent="-171450">
                        <a:buFont typeface="Arial" panose="020B0604020202020204" pitchFamily="34" charset="0"/>
                        <a:buChar char="•"/>
                      </a:pPr>
                      <a:r>
                        <a:rPr lang="es-CL" sz="1100" dirty="0"/>
                        <a:t>Pruebas básicas de usabilidad</a:t>
                      </a:r>
                    </a:p>
                    <a:p>
                      <a:pPr marL="171450" indent="-171450">
                        <a:buFont typeface="Arial" panose="020B0604020202020204" pitchFamily="34" charset="0"/>
                        <a:buChar char="•"/>
                      </a:pPr>
                      <a:r>
                        <a:rPr lang="es-CL" sz="1100" dirty="0"/>
                        <a:t>Correcciones institución</a:t>
                      </a:r>
                    </a:p>
                  </a:txBody>
                  <a:tcPr anchor="ctr"/>
                </a:tc>
                <a:tc>
                  <a:txBody>
                    <a:bodyPr/>
                    <a:lstStyle/>
                    <a:p>
                      <a:pPr algn="ctr"/>
                      <a:r>
                        <a:rPr lang="es-MX" sz="1100" dirty="0"/>
                        <a:t>Producto</a:t>
                      </a:r>
                      <a:endParaRPr lang="es-CL" sz="1100" dirty="0"/>
                    </a:p>
                  </a:txBody>
                  <a:tcPr anchor="ctr"/>
                </a:tc>
                <a:extLst>
                  <a:ext uri="{0D108BD9-81ED-4DB2-BD59-A6C34878D82A}">
                    <a16:rowId xmlns:a16="http://schemas.microsoft.com/office/drawing/2014/main" val="417773563"/>
                  </a:ext>
                </a:extLst>
              </a:tr>
            </a:tbl>
          </a:graphicData>
        </a:graphic>
      </p:graphicFrame>
    </p:spTree>
    <p:extLst>
      <p:ext uri="{BB962C8B-B14F-4D97-AF65-F5344CB8AC3E}">
        <p14:creationId xmlns:p14="http://schemas.microsoft.com/office/powerpoint/2010/main" val="30519273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944CCE-7BF6-4C45-AEA4-869B5528A2CD}"/>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E47DF488-003D-1B2C-EDDD-E2580C187087}"/>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668AF82B-253A-C5C3-6E56-89B15B1713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7C5C51CC-B76F-5098-EED1-28E78B327246}"/>
              </a:ext>
            </a:extLst>
          </p:cNvPr>
          <p:cNvSpPr txBox="1"/>
          <p:nvPr/>
        </p:nvSpPr>
        <p:spPr>
          <a:xfrm>
            <a:off x="4016693" y="162581"/>
            <a:ext cx="184731" cy="523220"/>
          </a:xfrm>
          <a:prstGeom prst="rect">
            <a:avLst/>
          </a:prstGeom>
          <a:noFill/>
        </p:spPr>
        <p:txBody>
          <a:bodyPr wrap="none" rtlCol="0">
            <a:spAutoFit/>
          </a:bodyPr>
          <a:lstStyle/>
          <a:p>
            <a:endParaRPr lang="es-ES_tradnl" sz="2800" b="1" dirty="0">
              <a:solidFill>
                <a:schemeClr val="bg1"/>
              </a:solidFill>
              <a:ea typeface="Gungsuh" charset="-127"/>
              <a:cs typeface="Gungsuh" charset="-127"/>
            </a:endParaRPr>
          </a:p>
        </p:txBody>
      </p:sp>
      <p:graphicFrame>
        <p:nvGraphicFramePr>
          <p:cNvPr id="4" name="Tabla 3">
            <a:extLst>
              <a:ext uri="{FF2B5EF4-FFF2-40B4-BE49-F238E27FC236}">
                <a16:creationId xmlns:a16="http://schemas.microsoft.com/office/drawing/2014/main" id="{A39EADCD-A0EA-1F75-350B-D56C431EB911}"/>
              </a:ext>
            </a:extLst>
          </p:cNvPr>
          <p:cNvGraphicFramePr>
            <a:graphicFrameLocks noGrp="1"/>
          </p:cNvGraphicFramePr>
          <p:nvPr>
            <p:extLst>
              <p:ext uri="{D42A27DB-BD31-4B8C-83A1-F6EECF244321}">
                <p14:modId xmlns:p14="http://schemas.microsoft.com/office/powerpoint/2010/main" val="1232205969"/>
              </p:ext>
            </p:extLst>
          </p:nvPr>
        </p:nvGraphicFramePr>
        <p:xfrm>
          <a:off x="587828" y="1426029"/>
          <a:ext cx="8186057" cy="3591172"/>
        </p:xfrm>
        <a:graphic>
          <a:graphicData uri="http://schemas.openxmlformats.org/drawingml/2006/table">
            <a:tbl>
              <a:tblPr>
                <a:tableStyleId>{5C22544A-7EE6-4342-B048-85BDC9FD1C3A}</a:tableStyleId>
              </a:tblPr>
              <a:tblGrid>
                <a:gridCol w="793297">
                  <a:extLst>
                    <a:ext uri="{9D8B030D-6E8A-4147-A177-3AD203B41FA5}">
                      <a16:colId xmlns:a16="http://schemas.microsoft.com/office/drawing/2014/main" val="1453710045"/>
                    </a:ext>
                  </a:extLst>
                </a:gridCol>
                <a:gridCol w="2276475">
                  <a:extLst>
                    <a:ext uri="{9D8B030D-6E8A-4147-A177-3AD203B41FA5}">
                      <a16:colId xmlns:a16="http://schemas.microsoft.com/office/drawing/2014/main" val="3380612072"/>
                    </a:ext>
                  </a:extLst>
                </a:gridCol>
                <a:gridCol w="2237522">
                  <a:extLst>
                    <a:ext uri="{9D8B030D-6E8A-4147-A177-3AD203B41FA5}">
                      <a16:colId xmlns:a16="http://schemas.microsoft.com/office/drawing/2014/main" val="2320388747"/>
                    </a:ext>
                  </a:extLst>
                </a:gridCol>
                <a:gridCol w="1582637">
                  <a:extLst>
                    <a:ext uri="{9D8B030D-6E8A-4147-A177-3AD203B41FA5}">
                      <a16:colId xmlns:a16="http://schemas.microsoft.com/office/drawing/2014/main" val="3609938015"/>
                    </a:ext>
                  </a:extLst>
                </a:gridCol>
                <a:gridCol w="1296126">
                  <a:extLst>
                    <a:ext uri="{9D8B030D-6E8A-4147-A177-3AD203B41FA5}">
                      <a16:colId xmlns:a16="http://schemas.microsoft.com/office/drawing/2014/main" val="3100368082"/>
                    </a:ext>
                  </a:extLst>
                </a:gridCol>
              </a:tblGrid>
              <a:tr h="478971">
                <a:tc>
                  <a:txBody>
                    <a:bodyPr/>
                    <a:lstStyle/>
                    <a:p>
                      <a:pPr algn="l" fontAlgn="b">
                        <a:buNone/>
                      </a:pPr>
                      <a:endParaRPr lang="es-CL" sz="11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buNone/>
                      </a:pPr>
                      <a:endParaRPr lang="es-CL" sz="11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gridSpan="3">
                  <a:txBody>
                    <a:bodyPr/>
                    <a:lstStyle/>
                    <a:p>
                      <a:pPr algn="ctr" fontAlgn="ctr">
                        <a:buNone/>
                      </a:pPr>
                      <a:r>
                        <a:rPr lang="es-CL" sz="1100" b="1" u="none" strike="noStrike" dirty="0">
                          <a:effectLst/>
                        </a:rPr>
                        <a:t>Impacto</a:t>
                      </a:r>
                      <a:endParaRPr lang="es-CL" sz="11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endParaRPr lang="es-CL"/>
                    </a:p>
                  </a:txBody>
                  <a:tcPr/>
                </a:tc>
                <a:tc hMerge="1">
                  <a:txBody>
                    <a:bodyPr/>
                    <a:lstStyle/>
                    <a:p>
                      <a:endParaRPr lang="es-CL"/>
                    </a:p>
                  </a:txBody>
                  <a:tcPr/>
                </a:tc>
                <a:extLst>
                  <a:ext uri="{0D108BD9-81ED-4DB2-BD59-A6C34878D82A}">
                    <a16:rowId xmlns:a16="http://schemas.microsoft.com/office/drawing/2014/main" val="1994161561"/>
                  </a:ext>
                </a:extLst>
              </a:tr>
              <a:tr h="395164">
                <a:tc>
                  <a:txBody>
                    <a:bodyPr/>
                    <a:lstStyle/>
                    <a:p>
                      <a:pPr algn="ctr" fontAlgn="ctr">
                        <a:buNone/>
                      </a:pPr>
                      <a:endParaRPr lang="es-CL" sz="1100" b="1" i="0" u="none" strike="noStrike" dirty="0">
                        <a:solidFill>
                          <a:srgbClr val="000000"/>
                        </a:solidFill>
                        <a:effectLst/>
                        <a:latin typeface="Calibri" panose="020F0502020204030204" pitchFamily="34" charset="0"/>
                      </a:endParaRPr>
                    </a:p>
                  </a:txBody>
                  <a:tcPr marL="9525" marR="9525" marT="9525" marB="0" anchor="ctr">
                    <a:solidFill>
                      <a:schemeClr val="bg1"/>
                    </a:solidFill>
                  </a:tcPr>
                </a:tc>
                <a:tc>
                  <a:txBody>
                    <a:bodyPr/>
                    <a:lstStyle/>
                    <a:p>
                      <a:pPr algn="ctr" fontAlgn="ctr">
                        <a:buNone/>
                      </a:pPr>
                      <a:endParaRPr lang="es-CL" sz="1100" b="1" i="0" u="none" strike="noStrike" dirty="0">
                        <a:solidFill>
                          <a:srgbClr val="000000"/>
                        </a:solidFill>
                        <a:effectLst/>
                        <a:latin typeface="Calibri" panose="020F0502020204030204" pitchFamily="34" charset="0"/>
                      </a:endParaRPr>
                    </a:p>
                  </a:txBody>
                  <a:tcPr marL="9525" marR="9525" marT="9525" marB="0" anchor="ctr">
                    <a:solidFill>
                      <a:schemeClr val="bg1"/>
                    </a:solidFill>
                  </a:tcPr>
                </a:tc>
                <a:tc>
                  <a:txBody>
                    <a:bodyPr/>
                    <a:lstStyle/>
                    <a:p>
                      <a:pPr algn="ctr" fontAlgn="ctr">
                        <a:buNone/>
                      </a:pPr>
                      <a:r>
                        <a:rPr lang="es-CL" sz="1100" b="1" u="none" strike="noStrike" dirty="0">
                          <a:effectLst/>
                        </a:rPr>
                        <a:t>Bajo</a:t>
                      </a:r>
                      <a:endParaRPr lang="es-CL"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s-CL" sz="1100" b="1" u="none" strike="noStrike" dirty="0">
                          <a:effectLst/>
                        </a:rPr>
                        <a:t>Moderado</a:t>
                      </a:r>
                      <a:endParaRPr lang="es-CL"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s-CL" sz="1100" b="1" u="none" strike="noStrike" dirty="0">
                          <a:effectLst/>
                        </a:rPr>
                        <a:t>Alto</a:t>
                      </a:r>
                      <a:endParaRPr lang="es-CL" sz="11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397190440"/>
                  </a:ext>
                </a:extLst>
              </a:tr>
              <a:tr h="905679">
                <a:tc rowSpan="3">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CL" sz="1100" b="1" u="none" strike="noStrike" dirty="0">
                          <a:effectLst/>
                        </a:rPr>
                        <a:t>Probabilidad</a:t>
                      </a:r>
                      <a:endParaRPr lang="es-CL" sz="1100" b="1" i="0" u="none" strike="noStrike" dirty="0">
                        <a:solidFill>
                          <a:srgbClr val="000000"/>
                        </a:solidFill>
                        <a:effectLst/>
                        <a:latin typeface="Calibri" panose="020F0502020204030204" pitchFamily="34" charset="0"/>
                      </a:endParaRPr>
                    </a:p>
                    <a:p>
                      <a:pPr algn="ctr" fontAlgn="ctr">
                        <a:buNone/>
                      </a:pPr>
                      <a:endParaRPr lang="es-CL" sz="1100" b="1" i="0" u="none" strike="noStrike" dirty="0">
                        <a:solidFill>
                          <a:srgbClr val="000000"/>
                        </a:solidFill>
                        <a:effectLst/>
                        <a:latin typeface="Calibri" panose="020F0502020204030204" pitchFamily="34" charset="0"/>
                      </a:endParaRPr>
                    </a:p>
                  </a:txBody>
                  <a:tcPr marL="9525" marR="9525" marT="9525" marB="0" vert="vert270" anchor="ctr"/>
                </a:tc>
                <a:tc>
                  <a:txBody>
                    <a:bodyPr/>
                    <a:lstStyle/>
                    <a:p>
                      <a:pPr algn="ctr" fontAlgn="ctr">
                        <a:buNone/>
                      </a:pPr>
                      <a:r>
                        <a:rPr lang="es-CL" sz="1100" b="1" u="none" strike="noStrike" dirty="0">
                          <a:effectLst/>
                        </a:rPr>
                        <a:t>Baja</a:t>
                      </a:r>
                      <a:endParaRPr lang="es-CL"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s-CL" sz="1100" u="none" strike="noStrike" dirty="0">
                          <a:effectLst/>
                        </a:rPr>
                        <a:t> </a:t>
                      </a:r>
                      <a:endParaRPr lang="es-CL" sz="1100" b="0" i="0" u="none" strike="noStrike" dirty="0">
                        <a:solidFill>
                          <a:srgbClr val="000000"/>
                        </a:solidFill>
                        <a:effectLst/>
                        <a:latin typeface="Calibri" panose="020F0502020204030204" pitchFamily="34" charset="0"/>
                      </a:endParaRPr>
                    </a:p>
                  </a:txBody>
                  <a:tcPr marL="9525" marR="9525" marT="9525" marB="0" anchor="ctr">
                    <a:solidFill>
                      <a:schemeClr val="accent6">
                        <a:lumMod val="20000"/>
                        <a:lumOff val="80000"/>
                      </a:schemeClr>
                    </a:solidFill>
                  </a:tcPr>
                </a:tc>
                <a:tc>
                  <a:txBody>
                    <a:bodyPr/>
                    <a:lstStyle/>
                    <a:p>
                      <a:pPr algn="ctr" fontAlgn="ctr">
                        <a:buNone/>
                      </a:pPr>
                      <a:r>
                        <a:rPr lang="es-CL" sz="1100" u="none" strike="noStrike" dirty="0">
                          <a:effectLst/>
                        </a:rPr>
                        <a:t> </a:t>
                      </a:r>
                      <a:endParaRPr lang="es-CL" sz="1100" b="0" i="0" u="none" strike="noStrike" dirty="0">
                        <a:solidFill>
                          <a:srgbClr val="000000"/>
                        </a:solidFill>
                        <a:effectLst/>
                        <a:latin typeface="Calibri" panose="020F0502020204030204" pitchFamily="34" charset="0"/>
                      </a:endParaRPr>
                    </a:p>
                  </a:txBody>
                  <a:tcPr marL="9525" marR="9525" marT="9525" marB="0" anchor="ctr">
                    <a:solidFill>
                      <a:schemeClr val="accent4">
                        <a:lumMod val="40000"/>
                        <a:lumOff val="60000"/>
                      </a:schemeClr>
                    </a:solidFill>
                  </a:tcPr>
                </a:tc>
                <a:tc>
                  <a:txBody>
                    <a:bodyPr/>
                    <a:lstStyle/>
                    <a:p>
                      <a:pPr algn="ctr" fontAlgn="ctr">
                        <a:buNone/>
                      </a:pPr>
                      <a:r>
                        <a:rPr lang="es-CL" sz="1100" u="none" strike="noStrike" dirty="0">
                          <a:effectLst/>
                        </a:rPr>
                        <a:t> </a:t>
                      </a:r>
                      <a:endParaRPr lang="es-CL" sz="1100" b="0" i="0" u="none" strike="noStrike" dirty="0">
                        <a:solidFill>
                          <a:srgbClr val="000000"/>
                        </a:solidFill>
                        <a:effectLst/>
                        <a:latin typeface="Calibri" panose="020F0502020204030204" pitchFamily="34" charset="0"/>
                      </a:endParaRPr>
                    </a:p>
                  </a:txBody>
                  <a:tcPr marL="9525" marR="9525" marT="9525" marB="0" anchor="ctr">
                    <a:solidFill>
                      <a:srgbClr val="C00000"/>
                    </a:solidFill>
                  </a:tcPr>
                </a:tc>
                <a:extLst>
                  <a:ext uri="{0D108BD9-81ED-4DB2-BD59-A6C34878D82A}">
                    <a16:rowId xmlns:a16="http://schemas.microsoft.com/office/drawing/2014/main" val="3695658706"/>
                  </a:ext>
                </a:extLst>
              </a:tr>
              <a:tr h="905679">
                <a:tc vMerge="1">
                  <a:txBody>
                    <a:bodyPr/>
                    <a:lstStyle/>
                    <a:p>
                      <a:pPr algn="ctr" fontAlgn="ctr">
                        <a:buNone/>
                      </a:pPr>
                      <a:endParaRPr lang="es-CL"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s-CL" sz="1100" b="1" u="none" strike="noStrike" dirty="0">
                          <a:effectLst/>
                        </a:rPr>
                        <a:t>Media</a:t>
                      </a:r>
                      <a:endParaRPr lang="es-CL"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s-CL" sz="1100" u="none" strike="noStrike" dirty="0">
                          <a:effectLst/>
                        </a:rPr>
                        <a:t> </a:t>
                      </a:r>
                      <a:endParaRPr lang="es-CL" sz="1100" b="0" i="0" u="none" strike="noStrike" dirty="0">
                        <a:solidFill>
                          <a:srgbClr val="000000"/>
                        </a:solidFill>
                        <a:effectLst/>
                        <a:latin typeface="Calibri" panose="020F0502020204030204" pitchFamily="34" charset="0"/>
                      </a:endParaRPr>
                    </a:p>
                  </a:txBody>
                  <a:tcPr marL="9525" marR="9525" marT="9525" marB="0" anchor="ctr">
                    <a:solidFill>
                      <a:schemeClr val="accent6">
                        <a:lumMod val="20000"/>
                        <a:lumOff val="80000"/>
                      </a:schemeClr>
                    </a:solidFill>
                  </a:tcPr>
                </a:tc>
                <a:tc>
                  <a:txBody>
                    <a:bodyPr/>
                    <a:lstStyle/>
                    <a:p>
                      <a:pPr algn="ctr" fontAlgn="ctr">
                        <a:buNone/>
                      </a:pPr>
                      <a:r>
                        <a:rPr lang="es-CL" sz="1100" u="none" strike="noStrike" dirty="0">
                          <a:effectLst/>
                        </a:rPr>
                        <a:t>R06, R08</a:t>
                      </a:r>
                      <a:endParaRPr lang="es-CL" sz="1100" b="0" i="0" u="none" strike="noStrike" dirty="0">
                        <a:solidFill>
                          <a:srgbClr val="000000"/>
                        </a:solidFill>
                        <a:effectLst/>
                        <a:latin typeface="Calibri" panose="020F0502020204030204" pitchFamily="34" charset="0"/>
                      </a:endParaRPr>
                    </a:p>
                  </a:txBody>
                  <a:tcPr marL="9525" marR="9525" marT="9525" marB="0" anchor="ctr">
                    <a:solidFill>
                      <a:schemeClr val="accent4">
                        <a:lumMod val="40000"/>
                        <a:lumOff val="60000"/>
                      </a:schemeClr>
                    </a:solidFill>
                  </a:tcPr>
                </a:tc>
                <a:tc>
                  <a:txBody>
                    <a:bodyPr/>
                    <a:lstStyle/>
                    <a:p>
                      <a:pPr marL="171450" indent="-171450" algn="ctr" fontAlgn="ctr">
                        <a:buFont typeface="Arial" panose="020B0604020202020204" pitchFamily="34" charset="0"/>
                        <a:buChar char="•"/>
                      </a:pPr>
                      <a:r>
                        <a:rPr lang="pt-BR" sz="1100" b="1" dirty="0"/>
                        <a:t>R02</a:t>
                      </a:r>
                    </a:p>
                    <a:p>
                      <a:pPr marL="171450" indent="-171450" algn="ctr" fontAlgn="ctr">
                        <a:buFont typeface="Arial" panose="020B0604020202020204" pitchFamily="34" charset="0"/>
                        <a:buChar char="•"/>
                      </a:pPr>
                      <a:r>
                        <a:rPr lang="es-CL" sz="1100" b="1" dirty="0"/>
                        <a:t>R07</a:t>
                      </a:r>
                      <a:endParaRPr lang="es-CL" sz="1100" b="0" i="0" u="none" strike="noStrike" dirty="0">
                        <a:solidFill>
                          <a:srgbClr val="000000"/>
                        </a:solidFill>
                        <a:effectLst/>
                        <a:latin typeface="Calibri" panose="020F0502020204030204" pitchFamily="34" charset="0"/>
                      </a:endParaRPr>
                    </a:p>
                  </a:txBody>
                  <a:tcPr marL="9525" marR="9525" marT="9525" marB="0" anchor="ctr">
                    <a:solidFill>
                      <a:srgbClr val="C00000"/>
                    </a:solidFill>
                  </a:tcPr>
                </a:tc>
                <a:extLst>
                  <a:ext uri="{0D108BD9-81ED-4DB2-BD59-A6C34878D82A}">
                    <a16:rowId xmlns:a16="http://schemas.microsoft.com/office/drawing/2014/main" val="2457468810"/>
                  </a:ext>
                </a:extLst>
              </a:tr>
              <a:tr h="905679">
                <a:tc vMerge="1">
                  <a:txBody>
                    <a:bodyPr/>
                    <a:lstStyle/>
                    <a:p>
                      <a:pPr algn="ctr" fontAlgn="ctr">
                        <a:buNone/>
                      </a:pPr>
                      <a:endParaRPr lang="es-CL"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s-CL" sz="1100" b="1" u="none" strike="noStrike" dirty="0">
                          <a:effectLst/>
                        </a:rPr>
                        <a:t>Alta</a:t>
                      </a:r>
                      <a:endParaRPr lang="es-CL"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s-CL" sz="1100" u="none" strike="noStrike" dirty="0">
                          <a:effectLst/>
                        </a:rPr>
                        <a:t>R10</a:t>
                      </a:r>
                      <a:endParaRPr lang="es-CL" sz="1100" b="0" i="0" u="none" strike="noStrike" dirty="0">
                        <a:solidFill>
                          <a:srgbClr val="000000"/>
                        </a:solidFill>
                        <a:effectLst/>
                        <a:latin typeface="Calibri" panose="020F0502020204030204" pitchFamily="34" charset="0"/>
                      </a:endParaRPr>
                    </a:p>
                  </a:txBody>
                  <a:tcPr marL="9525" marR="9525" marT="9525" marB="0" anchor="ctr">
                    <a:solidFill>
                      <a:schemeClr val="accent6">
                        <a:lumMod val="20000"/>
                        <a:lumOff val="80000"/>
                      </a:schemeClr>
                    </a:solidFill>
                  </a:tcPr>
                </a:tc>
                <a:tc>
                  <a:txBody>
                    <a:bodyPr/>
                    <a:lstStyle/>
                    <a:p>
                      <a:pPr algn="ctr" fontAlgn="ctr">
                        <a:buNone/>
                      </a:pPr>
                      <a:r>
                        <a:rPr lang="es-CL" sz="1100" u="none" strike="noStrike" dirty="0">
                          <a:effectLst/>
                        </a:rPr>
                        <a:t>R04, R05, R09</a:t>
                      </a:r>
                      <a:endParaRPr lang="es-CL" sz="1100" b="0" i="0" u="none" strike="noStrike" dirty="0">
                        <a:solidFill>
                          <a:srgbClr val="000000"/>
                        </a:solidFill>
                        <a:effectLst/>
                        <a:latin typeface="Calibri" panose="020F0502020204030204" pitchFamily="34" charset="0"/>
                      </a:endParaRPr>
                    </a:p>
                  </a:txBody>
                  <a:tcPr marL="9525" marR="9525" marT="9525" marB="0" anchor="ctr">
                    <a:solidFill>
                      <a:schemeClr val="accent4">
                        <a:lumMod val="40000"/>
                        <a:lumOff val="60000"/>
                      </a:schemeClr>
                    </a:solidFill>
                  </a:tcPr>
                </a:tc>
                <a:tc>
                  <a:txBody>
                    <a:bodyPr/>
                    <a:lstStyle/>
                    <a:p>
                      <a:pPr marL="171450" indent="-171450" algn="ctr" fontAlgn="ctr">
                        <a:buFont typeface="Arial" panose="020B0604020202020204" pitchFamily="34" charset="0"/>
                        <a:buChar char="•"/>
                      </a:pPr>
                      <a:r>
                        <a:rPr lang="es-ES" sz="1100" b="1" dirty="0"/>
                        <a:t>R01</a:t>
                      </a:r>
                    </a:p>
                    <a:p>
                      <a:pPr marL="171450" marR="0" lvl="0" indent="-171450" algn="ctr"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es-CL" sz="1100" b="1" dirty="0"/>
                        <a:t>R03</a:t>
                      </a:r>
                      <a:endParaRPr lang="es-CL" sz="1100" b="0" dirty="0"/>
                    </a:p>
                  </a:txBody>
                  <a:tcPr marL="9525" marR="9525" marT="9525" marB="0" anchor="ctr">
                    <a:solidFill>
                      <a:srgbClr val="C00000"/>
                    </a:solidFill>
                  </a:tcPr>
                </a:tc>
                <a:extLst>
                  <a:ext uri="{0D108BD9-81ED-4DB2-BD59-A6C34878D82A}">
                    <a16:rowId xmlns:a16="http://schemas.microsoft.com/office/drawing/2014/main" val="2148792160"/>
                  </a:ext>
                </a:extLst>
              </a:tr>
            </a:tbl>
          </a:graphicData>
        </a:graphic>
      </p:graphicFrame>
      <p:sp>
        <p:nvSpPr>
          <p:cNvPr id="5" name="CuadroTexto 4">
            <a:extLst>
              <a:ext uri="{FF2B5EF4-FFF2-40B4-BE49-F238E27FC236}">
                <a16:creationId xmlns:a16="http://schemas.microsoft.com/office/drawing/2014/main" id="{DAF33F7D-7ACC-3124-EF48-58E7DA94DFF2}"/>
              </a:ext>
            </a:extLst>
          </p:cNvPr>
          <p:cNvSpPr txBox="1"/>
          <p:nvPr/>
        </p:nvSpPr>
        <p:spPr>
          <a:xfrm>
            <a:off x="108722" y="139834"/>
            <a:ext cx="6442085"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Plan de gestión de riesgos - Mapa de calor</a:t>
            </a:r>
          </a:p>
        </p:txBody>
      </p:sp>
    </p:spTree>
    <p:extLst>
      <p:ext uri="{BB962C8B-B14F-4D97-AF65-F5344CB8AC3E}">
        <p14:creationId xmlns:p14="http://schemas.microsoft.com/office/powerpoint/2010/main" val="7309811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2B4E3B-46AA-4425-19F5-94A0230DD651}"/>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887A7C29-4A0C-F243-7AFD-1D5B73AB4C49}"/>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DB735B34-25E5-792B-8714-31129DBEB7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994CB0B6-23EC-D427-AC17-26DEF0909351}"/>
              </a:ext>
            </a:extLst>
          </p:cNvPr>
          <p:cNvSpPr txBox="1"/>
          <p:nvPr/>
        </p:nvSpPr>
        <p:spPr>
          <a:xfrm>
            <a:off x="4016693" y="162581"/>
            <a:ext cx="184731" cy="523220"/>
          </a:xfrm>
          <a:prstGeom prst="rect">
            <a:avLst/>
          </a:prstGeom>
          <a:noFill/>
        </p:spPr>
        <p:txBody>
          <a:bodyPr wrap="none" rtlCol="0">
            <a:spAutoFit/>
          </a:bodyPr>
          <a:lstStyle/>
          <a:p>
            <a:endParaRPr lang="es-ES_tradnl" sz="2800" b="1" dirty="0">
              <a:solidFill>
                <a:schemeClr val="bg1"/>
              </a:solidFill>
              <a:ea typeface="Gungsuh" charset="-127"/>
              <a:cs typeface="Gungsuh" charset="-127"/>
            </a:endParaRPr>
          </a:p>
        </p:txBody>
      </p:sp>
      <p:sp>
        <p:nvSpPr>
          <p:cNvPr id="5" name="CuadroTexto 4">
            <a:extLst>
              <a:ext uri="{FF2B5EF4-FFF2-40B4-BE49-F238E27FC236}">
                <a16:creationId xmlns:a16="http://schemas.microsoft.com/office/drawing/2014/main" id="{717919AB-5E26-0065-230C-0D8CC0343BD2}"/>
              </a:ext>
            </a:extLst>
          </p:cNvPr>
          <p:cNvSpPr txBox="1"/>
          <p:nvPr/>
        </p:nvSpPr>
        <p:spPr>
          <a:xfrm>
            <a:off x="108722" y="139834"/>
            <a:ext cx="4057136"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Plan de gestión de calidad</a:t>
            </a:r>
          </a:p>
        </p:txBody>
      </p:sp>
      <p:pic>
        <p:nvPicPr>
          <p:cNvPr id="4" name="Imagen 3">
            <a:extLst>
              <a:ext uri="{FF2B5EF4-FFF2-40B4-BE49-F238E27FC236}">
                <a16:creationId xmlns:a16="http://schemas.microsoft.com/office/drawing/2014/main" id="{F04AA733-7958-DF26-62EA-CB5F78A3F433}"/>
              </a:ext>
            </a:extLst>
          </p:cNvPr>
          <p:cNvPicPr>
            <a:picLocks noChangeAspect="1"/>
          </p:cNvPicPr>
          <p:nvPr/>
        </p:nvPicPr>
        <p:blipFill>
          <a:blip r:embed="rId5"/>
          <a:stretch>
            <a:fillRect/>
          </a:stretch>
        </p:blipFill>
        <p:spPr>
          <a:xfrm>
            <a:off x="478700" y="2507633"/>
            <a:ext cx="8142514" cy="1842734"/>
          </a:xfrm>
          <a:prstGeom prst="rect">
            <a:avLst/>
          </a:prstGeom>
        </p:spPr>
      </p:pic>
      <p:pic>
        <p:nvPicPr>
          <p:cNvPr id="1026" name="Picture 2" descr="NuGet Gallery | playwright">
            <a:extLst>
              <a:ext uri="{FF2B5EF4-FFF2-40B4-BE49-F238E27FC236}">
                <a16:creationId xmlns:a16="http://schemas.microsoft.com/office/drawing/2014/main" id="{84B82D9F-BE75-1CC3-088F-060ED3939BD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96230" y="5322723"/>
            <a:ext cx="1290610" cy="129061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5 Easy Steps to ISTQB Certification Official ISTQB Exam">
            <a:extLst>
              <a:ext uri="{FF2B5EF4-FFF2-40B4-BE49-F238E27FC236}">
                <a16:creationId xmlns:a16="http://schemas.microsoft.com/office/drawing/2014/main" id="{4054DDC5-F0C3-102D-4FC5-772D2B8AC6A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58611" y="5322723"/>
            <a:ext cx="1976667" cy="13920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9667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D10D84-6336-A0FB-6C25-E2B8A45B086C}"/>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3E15AECF-7FBA-A806-430F-1D6FE6BEA179}"/>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73E30158-766A-4840-2BFD-5D22A3CC626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422378E8-B186-39B9-3D94-36AA79106947}"/>
              </a:ext>
            </a:extLst>
          </p:cNvPr>
          <p:cNvSpPr txBox="1"/>
          <p:nvPr/>
        </p:nvSpPr>
        <p:spPr>
          <a:xfrm>
            <a:off x="4016693" y="162581"/>
            <a:ext cx="184731" cy="523220"/>
          </a:xfrm>
          <a:prstGeom prst="rect">
            <a:avLst/>
          </a:prstGeom>
          <a:noFill/>
        </p:spPr>
        <p:txBody>
          <a:bodyPr wrap="none" rtlCol="0">
            <a:spAutoFit/>
          </a:bodyPr>
          <a:lstStyle/>
          <a:p>
            <a:endParaRPr lang="es-ES_tradnl" sz="2800" b="1" dirty="0">
              <a:solidFill>
                <a:schemeClr val="bg1"/>
              </a:solidFill>
              <a:ea typeface="Gungsuh" charset="-127"/>
              <a:cs typeface="Gungsuh" charset="-127"/>
            </a:endParaRPr>
          </a:p>
        </p:txBody>
      </p:sp>
      <p:sp>
        <p:nvSpPr>
          <p:cNvPr id="5" name="CuadroTexto 4">
            <a:extLst>
              <a:ext uri="{FF2B5EF4-FFF2-40B4-BE49-F238E27FC236}">
                <a16:creationId xmlns:a16="http://schemas.microsoft.com/office/drawing/2014/main" id="{634A68C2-29FA-9BE6-A423-FFA60E89AFE1}"/>
              </a:ext>
            </a:extLst>
          </p:cNvPr>
          <p:cNvSpPr txBox="1"/>
          <p:nvPr/>
        </p:nvSpPr>
        <p:spPr>
          <a:xfrm>
            <a:off x="108722" y="139834"/>
            <a:ext cx="5798190" cy="523220"/>
          </a:xfrm>
          <a:prstGeom prst="rect">
            <a:avLst/>
          </a:prstGeom>
          <a:noFill/>
        </p:spPr>
        <p:txBody>
          <a:bodyPr wrap="none" rtlCol="0">
            <a:spAutoFit/>
          </a:bodyPr>
          <a:lstStyle/>
          <a:p>
            <a:r>
              <a:rPr lang="es-ES" sz="2800" b="1" dirty="0">
                <a:solidFill>
                  <a:schemeClr val="bg1"/>
                </a:solidFill>
                <a:ea typeface="Gungsuh" charset="-127"/>
                <a:cs typeface="Gungsuh" charset="-127"/>
              </a:rPr>
              <a:t>Metodología – Enfoque metodológico</a:t>
            </a:r>
            <a:endParaRPr lang="es-ES_tradnl" sz="2800" b="1" dirty="0">
              <a:solidFill>
                <a:schemeClr val="bg1"/>
              </a:solidFill>
              <a:ea typeface="Gungsuh" charset="-127"/>
              <a:cs typeface="Gungsuh" charset="-127"/>
            </a:endParaRPr>
          </a:p>
        </p:txBody>
      </p:sp>
      <p:pic>
        <p:nvPicPr>
          <p:cNvPr id="6" name="Imagen 5">
            <a:extLst>
              <a:ext uri="{FF2B5EF4-FFF2-40B4-BE49-F238E27FC236}">
                <a16:creationId xmlns:a16="http://schemas.microsoft.com/office/drawing/2014/main" id="{8D1403E0-86A3-DD0E-5BA0-55AFCCC7BD78}"/>
              </a:ext>
            </a:extLst>
          </p:cNvPr>
          <p:cNvPicPr>
            <a:picLocks noChangeAspect="1"/>
          </p:cNvPicPr>
          <p:nvPr/>
        </p:nvPicPr>
        <p:blipFill>
          <a:blip r:embed="rId5"/>
          <a:stretch>
            <a:fillRect/>
          </a:stretch>
        </p:blipFill>
        <p:spPr>
          <a:xfrm>
            <a:off x="1905000" y="1476374"/>
            <a:ext cx="5029200" cy="2828925"/>
          </a:xfrm>
          <a:prstGeom prst="rect">
            <a:avLst/>
          </a:prstGeom>
        </p:spPr>
      </p:pic>
      <p:sp>
        <p:nvSpPr>
          <p:cNvPr id="9" name="CuadroTexto 8">
            <a:extLst>
              <a:ext uri="{FF2B5EF4-FFF2-40B4-BE49-F238E27FC236}">
                <a16:creationId xmlns:a16="http://schemas.microsoft.com/office/drawing/2014/main" id="{E7B5CB9E-DCED-1EB9-601D-25465A1D2286}"/>
              </a:ext>
            </a:extLst>
          </p:cNvPr>
          <p:cNvSpPr txBox="1"/>
          <p:nvPr/>
        </p:nvSpPr>
        <p:spPr>
          <a:xfrm>
            <a:off x="481014" y="4978786"/>
            <a:ext cx="4586286" cy="1200329"/>
          </a:xfrm>
          <a:prstGeom prst="rect">
            <a:avLst/>
          </a:prstGeom>
          <a:noFill/>
        </p:spPr>
        <p:txBody>
          <a:bodyPr wrap="square">
            <a:spAutoFit/>
          </a:bodyPr>
          <a:lstStyle/>
          <a:p>
            <a:r>
              <a:rPr lang="es-ES" dirty="0"/>
              <a:t>- Enfoque ágil basado en </a:t>
            </a:r>
            <a:r>
              <a:rPr lang="es-ES" i="1" dirty="0"/>
              <a:t>Scrumban</a:t>
            </a:r>
          </a:p>
          <a:p>
            <a:r>
              <a:rPr lang="es-ES" dirty="0"/>
              <a:t>- Desarrollo iterativo orientado a MVP</a:t>
            </a:r>
          </a:p>
          <a:p>
            <a:r>
              <a:rPr lang="es-ES" dirty="0"/>
              <a:t>- Priorización continua de tareas</a:t>
            </a:r>
          </a:p>
          <a:p>
            <a:r>
              <a:rPr lang="es-ES" dirty="0"/>
              <a:t>- Flujo de trabajo visual</a:t>
            </a:r>
            <a:endParaRPr lang="es-CL" dirty="0"/>
          </a:p>
        </p:txBody>
      </p:sp>
    </p:spTree>
    <p:extLst>
      <p:ext uri="{BB962C8B-B14F-4D97-AF65-F5344CB8AC3E}">
        <p14:creationId xmlns:p14="http://schemas.microsoft.com/office/powerpoint/2010/main" val="17471566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1929CC-0C66-3EA6-6D28-83A397538DB8}"/>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B96AF325-848C-4397-D94D-CF46283A2D8C}"/>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630C11AE-F2A8-6F84-888F-BBE1CA1ABFC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4BECF14A-9EA7-D213-A64C-9FC4CCA6BEBB}"/>
              </a:ext>
            </a:extLst>
          </p:cNvPr>
          <p:cNvSpPr txBox="1"/>
          <p:nvPr/>
        </p:nvSpPr>
        <p:spPr>
          <a:xfrm>
            <a:off x="4016693" y="162581"/>
            <a:ext cx="184731" cy="523220"/>
          </a:xfrm>
          <a:prstGeom prst="rect">
            <a:avLst/>
          </a:prstGeom>
          <a:noFill/>
        </p:spPr>
        <p:txBody>
          <a:bodyPr wrap="none" rtlCol="0">
            <a:spAutoFit/>
          </a:bodyPr>
          <a:lstStyle/>
          <a:p>
            <a:endParaRPr lang="es-ES_tradnl" sz="2800" b="1" dirty="0">
              <a:solidFill>
                <a:schemeClr val="bg1"/>
              </a:solidFill>
              <a:ea typeface="Gungsuh" charset="-127"/>
              <a:cs typeface="Gungsuh" charset="-127"/>
            </a:endParaRPr>
          </a:p>
        </p:txBody>
      </p:sp>
      <p:sp>
        <p:nvSpPr>
          <p:cNvPr id="5" name="CuadroTexto 4">
            <a:extLst>
              <a:ext uri="{FF2B5EF4-FFF2-40B4-BE49-F238E27FC236}">
                <a16:creationId xmlns:a16="http://schemas.microsoft.com/office/drawing/2014/main" id="{047B6971-F0C0-9A23-8A4C-6E4D31F77638}"/>
              </a:ext>
            </a:extLst>
          </p:cNvPr>
          <p:cNvSpPr txBox="1"/>
          <p:nvPr/>
        </p:nvSpPr>
        <p:spPr>
          <a:xfrm>
            <a:off x="108722" y="139834"/>
            <a:ext cx="3794180"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Estrategia Metodológica</a:t>
            </a:r>
          </a:p>
        </p:txBody>
      </p:sp>
      <p:graphicFrame>
        <p:nvGraphicFramePr>
          <p:cNvPr id="4" name="Diagrama 3">
            <a:extLst>
              <a:ext uri="{FF2B5EF4-FFF2-40B4-BE49-F238E27FC236}">
                <a16:creationId xmlns:a16="http://schemas.microsoft.com/office/drawing/2014/main" id="{3E087BEF-3575-B2EE-F5FE-3DDCCF4C80AC}"/>
              </a:ext>
            </a:extLst>
          </p:cNvPr>
          <p:cNvGraphicFramePr/>
          <p:nvPr>
            <p:extLst>
              <p:ext uri="{D42A27DB-BD31-4B8C-83A1-F6EECF244321}">
                <p14:modId xmlns:p14="http://schemas.microsoft.com/office/powerpoint/2010/main" val="2489166095"/>
              </p:ext>
            </p:extLst>
          </p:nvPr>
        </p:nvGraphicFramePr>
        <p:xfrm>
          <a:off x="276225" y="1397000"/>
          <a:ext cx="8677275" cy="467995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8902231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11AC02-972F-37C3-DB8E-3699187860A6}"/>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803F1778-5732-AD22-B639-8164A37CA609}"/>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26CF1F6D-48C2-1CA9-64FB-65B823C791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AA7A8054-6894-0C8D-6B73-A97EE88B7E99}"/>
              </a:ext>
            </a:extLst>
          </p:cNvPr>
          <p:cNvSpPr txBox="1"/>
          <p:nvPr/>
        </p:nvSpPr>
        <p:spPr>
          <a:xfrm>
            <a:off x="4016693" y="162581"/>
            <a:ext cx="184731" cy="523220"/>
          </a:xfrm>
          <a:prstGeom prst="rect">
            <a:avLst/>
          </a:prstGeom>
          <a:noFill/>
        </p:spPr>
        <p:txBody>
          <a:bodyPr wrap="none" rtlCol="0">
            <a:spAutoFit/>
          </a:bodyPr>
          <a:lstStyle/>
          <a:p>
            <a:endParaRPr lang="es-ES_tradnl" sz="2800" b="1" dirty="0">
              <a:solidFill>
                <a:schemeClr val="bg1"/>
              </a:solidFill>
              <a:ea typeface="Gungsuh" charset="-127"/>
              <a:cs typeface="Gungsuh" charset="-127"/>
            </a:endParaRPr>
          </a:p>
        </p:txBody>
      </p:sp>
      <p:sp>
        <p:nvSpPr>
          <p:cNvPr id="5" name="CuadroTexto 4">
            <a:extLst>
              <a:ext uri="{FF2B5EF4-FFF2-40B4-BE49-F238E27FC236}">
                <a16:creationId xmlns:a16="http://schemas.microsoft.com/office/drawing/2014/main" id="{C6389A71-62D2-7C02-7C7A-C4A267ED95D7}"/>
              </a:ext>
            </a:extLst>
          </p:cNvPr>
          <p:cNvSpPr txBox="1"/>
          <p:nvPr/>
        </p:nvSpPr>
        <p:spPr>
          <a:xfrm>
            <a:off x="108722" y="139834"/>
            <a:ext cx="4345164"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Requerimientos funcionales</a:t>
            </a:r>
          </a:p>
        </p:txBody>
      </p:sp>
      <p:graphicFrame>
        <p:nvGraphicFramePr>
          <p:cNvPr id="8" name="Tabla 7">
            <a:extLst>
              <a:ext uri="{FF2B5EF4-FFF2-40B4-BE49-F238E27FC236}">
                <a16:creationId xmlns:a16="http://schemas.microsoft.com/office/drawing/2014/main" id="{34F92150-06DA-0033-2394-4966D12BE544}"/>
              </a:ext>
            </a:extLst>
          </p:cNvPr>
          <p:cNvGraphicFramePr>
            <a:graphicFrameLocks noGrp="1"/>
          </p:cNvGraphicFramePr>
          <p:nvPr>
            <p:extLst>
              <p:ext uri="{D42A27DB-BD31-4B8C-83A1-F6EECF244321}">
                <p14:modId xmlns:p14="http://schemas.microsoft.com/office/powerpoint/2010/main" val="2387532243"/>
              </p:ext>
            </p:extLst>
          </p:nvPr>
        </p:nvGraphicFramePr>
        <p:xfrm>
          <a:off x="56896" y="853171"/>
          <a:ext cx="8978381" cy="5915276"/>
        </p:xfrm>
        <a:graphic>
          <a:graphicData uri="http://schemas.openxmlformats.org/drawingml/2006/table">
            <a:tbl>
              <a:tblPr firstRow="1" bandRow="1">
                <a:tableStyleId>{5C22544A-7EE6-4342-B048-85BDC9FD1C3A}</a:tableStyleId>
              </a:tblPr>
              <a:tblGrid>
                <a:gridCol w="464528">
                  <a:extLst>
                    <a:ext uri="{9D8B030D-6E8A-4147-A177-3AD203B41FA5}">
                      <a16:colId xmlns:a16="http://schemas.microsoft.com/office/drawing/2014/main" val="1444508055"/>
                    </a:ext>
                  </a:extLst>
                </a:gridCol>
                <a:gridCol w="2851670">
                  <a:extLst>
                    <a:ext uri="{9D8B030D-6E8A-4147-A177-3AD203B41FA5}">
                      <a16:colId xmlns:a16="http://schemas.microsoft.com/office/drawing/2014/main" val="4109450397"/>
                    </a:ext>
                  </a:extLst>
                </a:gridCol>
                <a:gridCol w="1273866">
                  <a:extLst>
                    <a:ext uri="{9D8B030D-6E8A-4147-A177-3AD203B41FA5}">
                      <a16:colId xmlns:a16="http://schemas.microsoft.com/office/drawing/2014/main" val="3591956019"/>
                    </a:ext>
                  </a:extLst>
                </a:gridCol>
                <a:gridCol w="3420557">
                  <a:extLst>
                    <a:ext uri="{9D8B030D-6E8A-4147-A177-3AD203B41FA5}">
                      <a16:colId xmlns:a16="http://schemas.microsoft.com/office/drawing/2014/main" val="4016406347"/>
                    </a:ext>
                  </a:extLst>
                </a:gridCol>
                <a:gridCol w="967760">
                  <a:extLst>
                    <a:ext uri="{9D8B030D-6E8A-4147-A177-3AD203B41FA5}">
                      <a16:colId xmlns:a16="http://schemas.microsoft.com/office/drawing/2014/main" val="1626270299"/>
                    </a:ext>
                  </a:extLst>
                </a:gridCol>
              </a:tblGrid>
              <a:tr h="431506">
                <a:tc>
                  <a:txBody>
                    <a:bodyPr/>
                    <a:lstStyle/>
                    <a:p>
                      <a:pPr algn="ctr"/>
                      <a:r>
                        <a:rPr lang="es-MX" sz="1100" dirty="0"/>
                        <a:t>ID </a:t>
                      </a:r>
                      <a:endParaRPr lang="es-CL" sz="1100" dirty="0"/>
                    </a:p>
                  </a:txBody>
                  <a:tcPr anchor="ctr"/>
                </a:tc>
                <a:tc>
                  <a:txBody>
                    <a:bodyPr/>
                    <a:lstStyle/>
                    <a:p>
                      <a:pPr algn="ctr"/>
                      <a:r>
                        <a:rPr lang="es-MX" sz="1100" dirty="0"/>
                        <a:t>Nombre</a:t>
                      </a:r>
                      <a:endParaRPr lang="es-CL" sz="1100" dirty="0"/>
                    </a:p>
                  </a:txBody>
                  <a:tcPr anchor="ctr"/>
                </a:tc>
                <a:tc>
                  <a:txBody>
                    <a:bodyPr/>
                    <a:lstStyle/>
                    <a:p>
                      <a:pPr algn="ctr"/>
                      <a:r>
                        <a:rPr lang="es-MX" sz="1100" dirty="0"/>
                        <a:t>Clasificación</a:t>
                      </a:r>
                      <a:endParaRPr lang="es-CL" sz="1100" dirty="0"/>
                    </a:p>
                  </a:txBody>
                  <a:tcPr anchor="ctr"/>
                </a:tc>
                <a:tc>
                  <a:txBody>
                    <a:bodyPr/>
                    <a:lstStyle/>
                    <a:p>
                      <a:pPr algn="ctr"/>
                      <a:r>
                        <a:rPr lang="es-MX" sz="1100" dirty="0"/>
                        <a:t>Descripción</a:t>
                      </a:r>
                      <a:endParaRPr lang="es-CL" sz="1100" dirty="0"/>
                    </a:p>
                  </a:txBody>
                  <a:tcPr anchor="ctr"/>
                </a:tc>
                <a:tc>
                  <a:txBody>
                    <a:bodyPr/>
                    <a:lstStyle/>
                    <a:p>
                      <a:pPr algn="ctr"/>
                      <a:r>
                        <a:rPr lang="es-MX" sz="1100" dirty="0"/>
                        <a:t>Prioridad</a:t>
                      </a:r>
                      <a:endParaRPr lang="es-CL" sz="1100" dirty="0"/>
                    </a:p>
                  </a:txBody>
                  <a:tcPr anchor="ctr"/>
                </a:tc>
                <a:extLst>
                  <a:ext uri="{0D108BD9-81ED-4DB2-BD59-A6C34878D82A}">
                    <a16:rowId xmlns:a16="http://schemas.microsoft.com/office/drawing/2014/main" val="1500879565"/>
                  </a:ext>
                </a:extLst>
              </a:tr>
              <a:tr h="403315">
                <a:tc>
                  <a:txBody>
                    <a:bodyPr/>
                    <a:lstStyle/>
                    <a:p>
                      <a:pPr algn="ctr" fontAlgn="b">
                        <a:buNone/>
                      </a:pPr>
                      <a:r>
                        <a:rPr lang="es-CL" sz="1100" b="0" i="0" u="none" strike="noStrike" dirty="0">
                          <a:solidFill>
                            <a:srgbClr val="000000"/>
                          </a:solidFill>
                          <a:effectLst/>
                          <a:latin typeface="Aptos Narrow" panose="020B0004020202020204" pitchFamily="34" charset="0"/>
                        </a:rPr>
                        <a:t>RF01</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Registro de estudiantes</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Sistema</a:t>
                      </a:r>
                    </a:p>
                  </a:txBody>
                  <a:tcPr marL="9525" marR="9525" marT="9525" anchor="ctr"/>
                </a:tc>
                <a:tc>
                  <a:txBody>
                    <a:bodyPr/>
                    <a:lstStyle/>
                    <a:p>
                      <a:pPr algn="l" fontAlgn="b">
                        <a:buNone/>
                      </a:pPr>
                      <a:r>
                        <a:rPr lang="es-ES" sz="1100" b="0" i="0" u="none" strike="noStrike" dirty="0">
                          <a:solidFill>
                            <a:srgbClr val="000000"/>
                          </a:solidFill>
                          <a:effectLst/>
                          <a:latin typeface="Aptos Narrow" panose="020B0004020202020204" pitchFamily="34" charset="0"/>
                        </a:rPr>
                        <a:t>Permite registrar estudiantes en el sistema con sus datos básicos y relación con apoderados.</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Alta</a:t>
                      </a:r>
                    </a:p>
                  </a:txBody>
                  <a:tcPr marL="9525" marR="9525" marT="9525" anchor="ctr"/>
                </a:tc>
                <a:extLst>
                  <a:ext uri="{0D108BD9-81ED-4DB2-BD59-A6C34878D82A}">
                    <a16:rowId xmlns:a16="http://schemas.microsoft.com/office/drawing/2014/main" val="3673792566"/>
                  </a:ext>
                </a:extLst>
              </a:tr>
              <a:tr h="403315">
                <a:tc>
                  <a:txBody>
                    <a:bodyPr/>
                    <a:lstStyle/>
                    <a:p>
                      <a:pPr algn="ctr" fontAlgn="b">
                        <a:buNone/>
                      </a:pPr>
                      <a:r>
                        <a:rPr lang="es-CL" sz="1100" b="0" i="0" u="none" strike="noStrike" dirty="0">
                          <a:solidFill>
                            <a:srgbClr val="000000"/>
                          </a:solidFill>
                          <a:effectLst/>
                          <a:latin typeface="Aptos Narrow" panose="020B0004020202020204" pitchFamily="34" charset="0"/>
                        </a:rPr>
                        <a:t>RF02</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Registro de apoderados</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Sistema</a:t>
                      </a:r>
                    </a:p>
                  </a:txBody>
                  <a:tcPr marL="9525" marR="9525" marT="9525" anchor="ctr"/>
                </a:tc>
                <a:tc>
                  <a:txBody>
                    <a:bodyPr/>
                    <a:lstStyle/>
                    <a:p>
                      <a:pPr algn="l" fontAlgn="b">
                        <a:buNone/>
                      </a:pPr>
                      <a:r>
                        <a:rPr lang="es-CL" sz="1100" b="0" i="0" u="none" strike="noStrike" dirty="0">
                          <a:solidFill>
                            <a:srgbClr val="000000"/>
                          </a:solidFill>
                          <a:effectLst/>
                          <a:latin typeface="Aptos Narrow" panose="020B0004020202020204" pitchFamily="34" charset="0"/>
                        </a:rPr>
                        <a:t>Permite registrar apoderados asociados a estudiantes, incluyendo datos de contacto.</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Alta</a:t>
                      </a:r>
                    </a:p>
                  </a:txBody>
                  <a:tcPr marL="9525" marR="9525" marT="9525" anchor="ctr"/>
                </a:tc>
                <a:extLst>
                  <a:ext uri="{0D108BD9-81ED-4DB2-BD59-A6C34878D82A}">
                    <a16:rowId xmlns:a16="http://schemas.microsoft.com/office/drawing/2014/main" val="252081660"/>
                  </a:ext>
                </a:extLst>
              </a:tr>
              <a:tr h="403315">
                <a:tc>
                  <a:txBody>
                    <a:bodyPr/>
                    <a:lstStyle/>
                    <a:p>
                      <a:pPr algn="ctr" fontAlgn="b">
                        <a:buNone/>
                      </a:pPr>
                      <a:r>
                        <a:rPr lang="es-CL" sz="1100" b="0" i="0" u="none" strike="noStrike" dirty="0">
                          <a:solidFill>
                            <a:srgbClr val="000000"/>
                          </a:solidFill>
                          <a:effectLst/>
                          <a:latin typeface="Aptos Narrow" panose="020B0004020202020204" pitchFamily="34" charset="0"/>
                        </a:rPr>
                        <a:t>RF03</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Gestión de personas autorizadas</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Sistema</a:t>
                      </a:r>
                    </a:p>
                  </a:txBody>
                  <a:tcPr marL="9525" marR="9525" marT="9525" anchor="ctr"/>
                </a:tc>
                <a:tc>
                  <a:txBody>
                    <a:bodyPr/>
                    <a:lstStyle/>
                    <a:p>
                      <a:pPr algn="l" fontAlgn="b">
                        <a:buNone/>
                      </a:pPr>
                      <a:r>
                        <a:rPr lang="es-CL" sz="1100" b="0" i="0" u="none" strike="noStrike" dirty="0">
                          <a:solidFill>
                            <a:srgbClr val="000000"/>
                          </a:solidFill>
                          <a:effectLst/>
                          <a:latin typeface="Aptos Narrow" panose="020B0004020202020204" pitchFamily="34" charset="0"/>
                        </a:rPr>
                        <a:t>Permite registrar, modificar y eliminar personas autorizadas para retiro de estudiantes.</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Alta</a:t>
                      </a:r>
                    </a:p>
                  </a:txBody>
                  <a:tcPr marL="9525" marR="9525" marT="9525" anchor="ctr"/>
                </a:tc>
                <a:extLst>
                  <a:ext uri="{0D108BD9-81ED-4DB2-BD59-A6C34878D82A}">
                    <a16:rowId xmlns:a16="http://schemas.microsoft.com/office/drawing/2014/main" val="2488509235"/>
                  </a:ext>
                </a:extLst>
              </a:tr>
              <a:tr h="403315">
                <a:tc>
                  <a:txBody>
                    <a:bodyPr/>
                    <a:lstStyle/>
                    <a:p>
                      <a:pPr algn="ctr" fontAlgn="b">
                        <a:buNone/>
                      </a:pPr>
                      <a:r>
                        <a:rPr lang="es-CL" sz="1100" b="0" i="0" u="none" strike="noStrike" dirty="0">
                          <a:solidFill>
                            <a:srgbClr val="000000"/>
                          </a:solidFill>
                          <a:effectLst/>
                          <a:latin typeface="Aptos Narrow" panose="020B0004020202020204" pitchFamily="34" charset="0"/>
                        </a:rPr>
                        <a:t>RF04</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Asociación estudiante-autorizados</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Sistema</a:t>
                      </a:r>
                    </a:p>
                  </a:txBody>
                  <a:tcPr marL="9525" marR="9525" marT="9525" anchor="ctr"/>
                </a:tc>
                <a:tc>
                  <a:txBody>
                    <a:bodyPr/>
                    <a:lstStyle/>
                    <a:p>
                      <a:pPr algn="l" fontAlgn="b">
                        <a:buNone/>
                      </a:pPr>
                      <a:r>
                        <a:rPr lang="es-ES" sz="1100" b="0" i="0" u="none" strike="noStrike" dirty="0">
                          <a:solidFill>
                            <a:srgbClr val="000000"/>
                          </a:solidFill>
                          <a:effectLst/>
                          <a:latin typeface="Aptos Narrow" panose="020B0004020202020204" pitchFamily="34" charset="0"/>
                        </a:rPr>
                        <a:t>Permite vincular estudiantes con personas autorizadas para su retiro.</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Alta</a:t>
                      </a:r>
                    </a:p>
                  </a:txBody>
                  <a:tcPr marL="9525" marR="9525" marT="9525" anchor="ctr"/>
                </a:tc>
                <a:extLst>
                  <a:ext uri="{0D108BD9-81ED-4DB2-BD59-A6C34878D82A}">
                    <a16:rowId xmlns:a16="http://schemas.microsoft.com/office/drawing/2014/main" val="2738853407"/>
                  </a:ext>
                </a:extLst>
              </a:tr>
              <a:tr h="382985">
                <a:tc>
                  <a:txBody>
                    <a:bodyPr/>
                    <a:lstStyle/>
                    <a:p>
                      <a:pPr algn="ctr" fontAlgn="b">
                        <a:buNone/>
                      </a:pPr>
                      <a:r>
                        <a:rPr lang="es-CL" sz="1100" b="0" i="0" u="none" strike="noStrike" dirty="0">
                          <a:solidFill>
                            <a:srgbClr val="000000"/>
                          </a:solidFill>
                          <a:effectLst/>
                          <a:latin typeface="Aptos Narrow" panose="020B0004020202020204" pitchFamily="34" charset="0"/>
                        </a:rPr>
                        <a:t>RF05</a:t>
                      </a:r>
                    </a:p>
                  </a:txBody>
                  <a:tcPr marL="9525" marR="9525" marT="9525" anchor="ctr"/>
                </a:tc>
                <a:tc>
                  <a:txBody>
                    <a:bodyPr/>
                    <a:lstStyle/>
                    <a:p>
                      <a:pPr algn="ctr" fontAlgn="b">
                        <a:buNone/>
                      </a:pPr>
                      <a:r>
                        <a:rPr lang="es-ES" sz="1100" b="0" i="0" u="none" strike="noStrike" dirty="0">
                          <a:solidFill>
                            <a:srgbClr val="000000"/>
                          </a:solidFill>
                          <a:effectLst/>
                          <a:latin typeface="Aptos Narrow" panose="020B0004020202020204" pitchFamily="34" charset="0"/>
                        </a:rPr>
                        <a:t>Registro de eventos de ingreso y salida</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Sistema</a:t>
                      </a:r>
                    </a:p>
                  </a:txBody>
                  <a:tcPr marL="9525" marR="9525" marT="9525" anchor="ctr"/>
                </a:tc>
                <a:tc>
                  <a:txBody>
                    <a:bodyPr/>
                    <a:lstStyle/>
                    <a:p>
                      <a:pPr algn="l" fontAlgn="b">
                        <a:buNone/>
                      </a:pPr>
                      <a:r>
                        <a:rPr lang="es-ES" sz="1100" b="0" i="0" u="none" strike="noStrike" dirty="0">
                          <a:solidFill>
                            <a:srgbClr val="000000"/>
                          </a:solidFill>
                          <a:effectLst/>
                          <a:latin typeface="Aptos Narrow" panose="020B0004020202020204" pitchFamily="34" charset="0"/>
                        </a:rPr>
                        <a:t>Permite registrar eventos con fecha, hora, tipo y resultado.</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Alta</a:t>
                      </a:r>
                    </a:p>
                  </a:txBody>
                  <a:tcPr marL="9525" marR="9525" marT="9525" anchor="ctr"/>
                </a:tc>
                <a:extLst>
                  <a:ext uri="{0D108BD9-81ED-4DB2-BD59-A6C34878D82A}">
                    <a16:rowId xmlns:a16="http://schemas.microsoft.com/office/drawing/2014/main" val="89386589"/>
                  </a:ext>
                </a:extLst>
              </a:tr>
              <a:tr h="403315">
                <a:tc>
                  <a:txBody>
                    <a:bodyPr/>
                    <a:lstStyle/>
                    <a:p>
                      <a:pPr algn="ctr" fontAlgn="b">
                        <a:buNone/>
                      </a:pPr>
                      <a:r>
                        <a:rPr lang="es-CL" sz="1100" b="0" i="0" u="none" strike="noStrike" dirty="0">
                          <a:solidFill>
                            <a:srgbClr val="000000"/>
                          </a:solidFill>
                          <a:effectLst/>
                          <a:latin typeface="Aptos Narrow" panose="020B0004020202020204" pitchFamily="34" charset="0"/>
                        </a:rPr>
                        <a:t>RF06</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Validación de identidad multimétodo</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Sistema</a:t>
                      </a:r>
                    </a:p>
                  </a:txBody>
                  <a:tcPr marL="9525" marR="9525" marT="9525" anchor="ctr"/>
                </a:tc>
                <a:tc>
                  <a:txBody>
                    <a:bodyPr/>
                    <a:lstStyle/>
                    <a:p>
                      <a:pPr algn="l" fontAlgn="b">
                        <a:buNone/>
                      </a:pPr>
                      <a:r>
                        <a:rPr lang="es-ES" sz="1100" b="0" i="0" u="none" strike="noStrike" dirty="0">
                          <a:solidFill>
                            <a:srgbClr val="000000"/>
                          </a:solidFill>
                          <a:effectLst/>
                          <a:latin typeface="Aptos Narrow" panose="020B0004020202020204" pitchFamily="34" charset="0"/>
                        </a:rPr>
                        <a:t>Permite validar identidad mediante QR, PIN o manual.</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Alta</a:t>
                      </a:r>
                    </a:p>
                  </a:txBody>
                  <a:tcPr marL="9525" marR="9525" marT="9525" anchor="ctr"/>
                </a:tc>
                <a:extLst>
                  <a:ext uri="{0D108BD9-81ED-4DB2-BD59-A6C34878D82A}">
                    <a16:rowId xmlns:a16="http://schemas.microsoft.com/office/drawing/2014/main" val="1195934645"/>
                  </a:ext>
                </a:extLst>
              </a:tr>
              <a:tr h="403315">
                <a:tc>
                  <a:txBody>
                    <a:bodyPr/>
                    <a:lstStyle/>
                    <a:p>
                      <a:pPr algn="ctr" fontAlgn="b">
                        <a:buNone/>
                      </a:pPr>
                      <a:r>
                        <a:rPr lang="es-CL" sz="1100" b="0" i="0" u="none" strike="noStrike" dirty="0">
                          <a:solidFill>
                            <a:srgbClr val="000000"/>
                          </a:solidFill>
                          <a:effectLst/>
                          <a:latin typeface="Aptos Narrow" panose="020B0004020202020204" pitchFamily="34" charset="0"/>
                        </a:rPr>
                        <a:t>RF07</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Validación alternativa controlada</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Sistema</a:t>
                      </a:r>
                    </a:p>
                  </a:txBody>
                  <a:tcPr marL="9525" marR="9525" marT="9525" anchor="ctr"/>
                </a:tc>
                <a:tc>
                  <a:txBody>
                    <a:bodyPr/>
                    <a:lstStyle/>
                    <a:p>
                      <a:pPr algn="l" fontAlgn="b">
                        <a:buNone/>
                      </a:pPr>
                      <a:r>
                        <a:rPr lang="es-ES" sz="1100" b="0" i="0" u="none" strike="noStrike" dirty="0">
                          <a:solidFill>
                            <a:srgbClr val="000000"/>
                          </a:solidFill>
                          <a:effectLst/>
                          <a:latin typeface="Aptos Narrow" panose="020B0004020202020204" pitchFamily="34" charset="0"/>
                        </a:rPr>
                        <a:t>Permite aplicar validación alternativa si falla el método principal.</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Alta</a:t>
                      </a:r>
                    </a:p>
                  </a:txBody>
                  <a:tcPr marL="9525" marR="9525" marT="9525" anchor="ctr"/>
                </a:tc>
                <a:extLst>
                  <a:ext uri="{0D108BD9-81ED-4DB2-BD59-A6C34878D82A}">
                    <a16:rowId xmlns:a16="http://schemas.microsoft.com/office/drawing/2014/main" val="3525068626"/>
                  </a:ext>
                </a:extLst>
              </a:tr>
              <a:tr h="382985">
                <a:tc>
                  <a:txBody>
                    <a:bodyPr/>
                    <a:lstStyle/>
                    <a:p>
                      <a:pPr algn="ctr" fontAlgn="b">
                        <a:buNone/>
                      </a:pPr>
                      <a:r>
                        <a:rPr lang="es-CL" sz="1100" b="0" i="0" u="none" strike="noStrike" dirty="0">
                          <a:solidFill>
                            <a:srgbClr val="000000"/>
                          </a:solidFill>
                          <a:effectLst/>
                          <a:latin typeface="Aptos Narrow" panose="020B0004020202020204" pitchFamily="34" charset="0"/>
                        </a:rPr>
                        <a:t>RF08</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Registro de intentos fallidos</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Sistema</a:t>
                      </a:r>
                    </a:p>
                  </a:txBody>
                  <a:tcPr marL="9525" marR="9525" marT="9525" anchor="ctr"/>
                </a:tc>
                <a:tc>
                  <a:txBody>
                    <a:bodyPr/>
                    <a:lstStyle/>
                    <a:p>
                      <a:pPr algn="l" fontAlgn="b">
                        <a:buNone/>
                      </a:pPr>
                      <a:r>
                        <a:rPr lang="es-CL" sz="1100" b="0" i="0" u="none" strike="noStrike" dirty="0">
                          <a:solidFill>
                            <a:srgbClr val="000000"/>
                          </a:solidFill>
                          <a:effectLst/>
                          <a:latin typeface="Aptos Narrow" panose="020B0004020202020204" pitchFamily="34" charset="0"/>
                        </a:rPr>
                        <a:t>Permite registrar intentos fallidos para trazabilidad.</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Alta</a:t>
                      </a:r>
                    </a:p>
                  </a:txBody>
                  <a:tcPr marL="9525" marR="9525" marT="9525" anchor="ctr"/>
                </a:tc>
                <a:extLst>
                  <a:ext uri="{0D108BD9-81ED-4DB2-BD59-A6C34878D82A}">
                    <a16:rowId xmlns:a16="http://schemas.microsoft.com/office/drawing/2014/main" val="4043831568"/>
                  </a:ext>
                </a:extLst>
              </a:tr>
              <a:tr h="382985">
                <a:tc>
                  <a:txBody>
                    <a:bodyPr/>
                    <a:lstStyle/>
                    <a:p>
                      <a:pPr algn="ctr" fontAlgn="b">
                        <a:buNone/>
                      </a:pPr>
                      <a:r>
                        <a:rPr lang="es-CL" sz="1100" b="0" i="0" u="none" strike="noStrike" dirty="0">
                          <a:solidFill>
                            <a:srgbClr val="000000"/>
                          </a:solidFill>
                          <a:effectLst/>
                          <a:latin typeface="Aptos Narrow" panose="020B0004020202020204" pitchFamily="34" charset="0"/>
                        </a:rPr>
                        <a:t>RF09</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Autorización de retiro</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Sistema</a:t>
                      </a:r>
                    </a:p>
                  </a:txBody>
                  <a:tcPr marL="9525" marR="9525" marT="9525" anchor="ctr"/>
                </a:tc>
                <a:tc>
                  <a:txBody>
                    <a:bodyPr/>
                    <a:lstStyle/>
                    <a:p>
                      <a:pPr algn="l" fontAlgn="b">
                        <a:buNone/>
                      </a:pPr>
                      <a:r>
                        <a:rPr lang="es-ES" sz="1100" b="0" i="0" u="none" strike="noStrike" dirty="0">
                          <a:solidFill>
                            <a:srgbClr val="000000"/>
                          </a:solidFill>
                          <a:effectLst/>
                          <a:latin typeface="Aptos Narrow" panose="020B0004020202020204" pitchFamily="34" charset="0"/>
                        </a:rPr>
                        <a:t>Permite autorizar retiro solo si validación es exitosa.</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Alta</a:t>
                      </a:r>
                    </a:p>
                  </a:txBody>
                  <a:tcPr marL="9525" marR="9525" marT="9525" anchor="ctr"/>
                </a:tc>
                <a:extLst>
                  <a:ext uri="{0D108BD9-81ED-4DB2-BD59-A6C34878D82A}">
                    <a16:rowId xmlns:a16="http://schemas.microsoft.com/office/drawing/2014/main" val="569038306"/>
                  </a:ext>
                </a:extLst>
              </a:tr>
              <a:tr h="382985">
                <a:tc>
                  <a:txBody>
                    <a:bodyPr/>
                    <a:lstStyle/>
                    <a:p>
                      <a:pPr algn="ctr" fontAlgn="b">
                        <a:buNone/>
                      </a:pPr>
                      <a:r>
                        <a:rPr lang="es-CL" sz="1100" b="0" i="0" u="none" strike="noStrike" dirty="0">
                          <a:solidFill>
                            <a:srgbClr val="000000"/>
                          </a:solidFill>
                          <a:effectLst/>
                          <a:latin typeface="Aptos Narrow" panose="020B0004020202020204" pitchFamily="34" charset="0"/>
                        </a:rPr>
                        <a:t>RF10</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Consulta de historial de eventos</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Usuario</a:t>
                      </a:r>
                    </a:p>
                  </a:txBody>
                  <a:tcPr marL="9525" marR="9525" marT="9525" anchor="ctr"/>
                </a:tc>
                <a:tc>
                  <a:txBody>
                    <a:bodyPr/>
                    <a:lstStyle/>
                    <a:p>
                      <a:pPr algn="l" fontAlgn="b">
                        <a:buNone/>
                      </a:pPr>
                      <a:r>
                        <a:rPr lang="es-CL" sz="1100" b="0" i="0" u="none" strike="noStrike" dirty="0">
                          <a:solidFill>
                            <a:srgbClr val="000000"/>
                          </a:solidFill>
                          <a:effectLst/>
                          <a:latin typeface="Aptos Narrow" panose="020B0004020202020204" pitchFamily="34" charset="0"/>
                        </a:rPr>
                        <a:t>Permite consultar historial de ingresos, salidas y retiros.</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Media</a:t>
                      </a:r>
                    </a:p>
                  </a:txBody>
                  <a:tcPr marL="9525" marR="9525" marT="9525" anchor="ctr"/>
                </a:tc>
                <a:extLst>
                  <a:ext uri="{0D108BD9-81ED-4DB2-BD59-A6C34878D82A}">
                    <a16:rowId xmlns:a16="http://schemas.microsoft.com/office/drawing/2014/main" val="3367301386"/>
                  </a:ext>
                </a:extLst>
              </a:tr>
              <a:tr h="382985">
                <a:tc>
                  <a:txBody>
                    <a:bodyPr/>
                    <a:lstStyle/>
                    <a:p>
                      <a:pPr algn="ctr" fontAlgn="b">
                        <a:buNone/>
                      </a:pPr>
                      <a:r>
                        <a:rPr lang="es-CL" sz="1100" b="0" i="0" u="none" strike="noStrike" dirty="0">
                          <a:solidFill>
                            <a:srgbClr val="000000"/>
                          </a:solidFill>
                          <a:effectLst/>
                          <a:latin typeface="Aptos Narrow" panose="020B0004020202020204" pitchFamily="34" charset="0"/>
                        </a:rPr>
                        <a:t>RF11</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Gestión de escenarios excepcionales</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Sistema</a:t>
                      </a:r>
                    </a:p>
                  </a:txBody>
                  <a:tcPr marL="9525" marR="9525" marT="9525" anchor="ctr"/>
                </a:tc>
                <a:tc>
                  <a:txBody>
                    <a:bodyPr/>
                    <a:lstStyle/>
                    <a:p>
                      <a:pPr algn="l" fontAlgn="b">
                        <a:buNone/>
                      </a:pPr>
                      <a:r>
                        <a:rPr lang="pt-BR" sz="1100" b="0" i="0" u="none" strike="noStrike" dirty="0">
                          <a:solidFill>
                            <a:srgbClr val="000000"/>
                          </a:solidFill>
                          <a:effectLst/>
                          <a:latin typeface="Aptos Narrow" panose="020B0004020202020204" pitchFamily="34" charset="0"/>
                        </a:rPr>
                        <a:t>Permite gestionar retiros anticipados o emergencias.</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Media</a:t>
                      </a:r>
                    </a:p>
                  </a:txBody>
                  <a:tcPr marL="9525" marR="9525" marT="9525" anchor="ctr"/>
                </a:tc>
                <a:extLst>
                  <a:ext uri="{0D108BD9-81ED-4DB2-BD59-A6C34878D82A}">
                    <a16:rowId xmlns:a16="http://schemas.microsoft.com/office/drawing/2014/main" val="1423875682"/>
                  </a:ext>
                </a:extLst>
              </a:tr>
              <a:tr h="382985">
                <a:tc>
                  <a:txBody>
                    <a:bodyPr/>
                    <a:lstStyle/>
                    <a:p>
                      <a:pPr algn="ctr" fontAlgn="b">
                        <a:buNone/>
                      </a:pPr>
                      <a:r>
                        <a:rPr lang="es-CL" sz="1100" b="0" i="0" u="none" strike="noStrike" dirty="0">
                          <a:solidFill>
                            <a:srgbClr val="000000"/>
                          </a:solidFill>
                          <a:effectLst/>
                          <a:latin typeface="Aptos Narrow" panose="020B0004020202020204" pitchFamily="34" charset="0"/>
                        </a:rPr>
                        <a:t>RF12</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Notificación de eventos relevantes</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Sistema</a:t>
                      </a:r>
                    </a:p>
                  </a:txBody>
                  <a:tcPr marL="9525" marR="9525" marT="9525" anchor="ctr"/>
                </a:tc>
                <a:tc>
                  <a:txBody>
                    <a:bodyPr/>
                    <a:lstStyle/>
                    <a:p>
                      <a:pPr algn="l" fontAlgn="b">
                        <a:buNone/>
                      </a:pPr>
                      <a:r>
                        <a:rPr lang="es-CL" sz="1100" b="0" i="0" u="none" strike="noStrike" dirty="0">
                          <a:solidFill>
                            <a:srgbClr val="000000"/>
                          </a:solidFill>
                          <a:effectLst/>
                          <a:latin typeface="Aptos Narrow" panose="020B0004020202020204" pitchFamily="34" charset="0"/>
                        </a:rPr>
                        <a:t>Permite notificar eventos importantes a actores.</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Media</a:t>
                      </a:r>
                    </a:p>
                  </a:txBody>
                  <a:tcPr marL="9525" marR="9525" marT="9525" anchor="ctr"/>
                </a:tc>
                <a:extLst>
                  <a:ext uri="{0D108BD9-81ED-4DB2-BD59-A6C34878D82A}">
                    <a16:rowId xmlns:a16="http://schemas.microsoft.com/office/drawing/2014/main" val="1905659231"/>
                  </a:ext>
                </a:extLst>
              </a:tr>
              <a:tr h="382985">
                <a:tc>
                  <a:txBody>
                    <a:bodyPr/>
                    <a:lstStyle/>
                    <a:p>
                      <a:pPr algn="ctr" fontAlgn="b">
                        <a:buNone/>
                      </a:pPr>
                      <a:r>
                        <a:rPr lang="es-CL" sz="1100" b="0" i="0" u="none" strike="noStrike" dirty="0">
                          <a:solidFill>
                            <a:srgbClr val="000000"/>
                          </a:solidFill>
                          <a:effectLst/>
                          <a:latin typeface="Aptos Narrow" panose="020B0004020202020204" pitchFamily="34" charset="0"/>
                        </a:rPr>
                        <a:t>RF13</a:t>
                      </a:r>
                    </a:p>
                  </a:txBody>
                  <a:tcPr marL="9525" marR="9525" marT="9525" anchor="ctr"/>
                </a:tc>
                <a:tc>
                  <a:txBody>
                    <a:bodyPr/>
                    <a:lstStyle/>
                    <a:p>
                      <a:pPr algn="ctr" fontAlgn="b">
                        <a:buNone/>
                      </a:pPr>
                      <a:r>
                        <a:rPr lang="es-ES" sz="1100" b="0" i="0" u="none" strike="noStrike" dirty="0">
                          <a:solidFill>
                            <a:srgbClr val="000000"/>
                          </a:solidFill>
                          <a:effectLst/>
                          <a:latin typeface="Aptos Narrow" panose="020B0004020202020204" pitchFamily="34" charset="0"/>
                        </a:rPr>
                        <a:t>Control de acceso por rol</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Sistema</a:t>
                      </a:r>
                    </a:p>
                  </a:txBody>
                  <a:tcPr marL="9525" marR="9525" marT="9525" anchor="ctr"/>
                </a:tc>
                <a:tc>
                  <a:txBody>
                    <a:bodyPr/>
                    <a:lstStyle/>
                    <a:p>
                      <a:pPr algn="l" fontAlgn="b">
                        <a:buNone/>
                      </a:pPr>
                      <a:r>
                        <a:rPr lang="es-CL" sz="1100" b="0" i="0" u="none" strike="noStrike" dirty="0">
                          <a:solidFill>
                            <a:srgbClr val="000000"/>
                          </a:solidFill>
                          <a:effectLst/>
                          <a:latin typeface="Aptos Narrow" panose="020B0004020202020204" pitchFamily="34" charset="0"/>
                        </a:rPr>
                        <a:t>Permite restringir funcionalidades según rol.</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Media</a:t>
                      </a:r>
                    </a:p>
                  </a:txBody>
                  <a:tcPr marL="9525" marR="9525" marT="9525" anchor="ctr"/>
                </a:tc>
                <a:extLst>
                  <a:ext uri="{0D108BD9-81ED-4DB2-BD59-A6C34878D82A}">
                    <a16:rowId xmlns:a16="http://schemas.microsoft.com/office/drawing/2014/main" val="802643860"/>
                  </a:ext>
                </a:extLst>
              </a:tr>
              <a:tr h="382985">
                <a:tc>
                  <a:txBody>
                    <a:bodyPr/>
                    <a:lstStyle/>
                    <a:p>
                      <a:pPr algn="ctr" fontAlgn="b">
                        <a:buNone/>
                      </a:pPr>
                      <a:r>
                        <a:rPr lang="es-CL" sz="1100" b="0" i="0" u="none" strike="noStrike" dirty="0">
                          <a:solidFill>
                            <a:srgbClr val="000000"/>
                          </a:solidFill>
                          <a:effectLst/>
                          <a:latin typeface="Aptos Narrow" panose="020B0004020202020204" pitchFamily="34" charset="0"/>
                        </a:rPr>
                        <a:t>RF14</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Registro obligatorio de validación</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Sistema</a:t>
                      </a:r>
                    </a:p>
                  </a:txBody>
                  <a:tcPr marL="9525" marR="9525" marT="9525" anchor="ctr"/>
                </a:tc>
                <a:tc>
                  <a:txBody>
                    <a:bodyPr/>
                    <a:lstStyle/>
                    <a:p>
                      <a:pPr algn="l" fontAlgn="b">
                        <a:buNone/>
                      </a:pPr>
                      <a:r>
                        <a:rPr lang="es-ES" sz="1100" b="0" i="0" u="none" strike="noStrike" dirty="0">
                          <a:solidFill>
                            <a:srgbClr val="000000"/>
                          </a:solidFill>
                          <a:effectLst/>
                          <a:latin typeface="Aptos Narrow" panose="020B0004020202020204" pitchFamily="34" charset="0"/>
                        </a:rPr>
                        <a:t>Obliga a registrar el método de validación en cada evento.</a:t>
                      </a:r>
                    </a:p>
                  </a:txBody>
                  <a:tcPr marL="9525" marR="9525" marT="9525" anchor="ctr"/>
                </a:tc>
                <a:tc>
                  <a:txBody>
                    <a:bodyPr/>
                    <a:lstStyle/>
                    <a:p>
                      <a:pPr algn="ctr" fontAlgn="b">
                        <a:buNone/>
                      </a:pPr>
                      <a:r>
                        <a:rPr lang="es-CL" sz="1100" b="0" i="0" u="none" strike="noStrike" dirty="0">
                          <a:solidFill>
                            <a:srgbClr val="000000"/>
                          </a:solidFill>
                          <a:effectLst/>
                          <a:latin typeface="Aptos Narrow" panose="020B0004020202020204" pitchFamily="34" charset="0"/>
                        </a:rPr>
                        <a:t>Alta</a:t>
                      </a:r>
                    </a:p>
                  </a:txBody>
                  <a:tcPr marL="9525" marR="9525" marT="9525" anchor="ctr"/>
                </a:tc>
                <a:extLst>
                  <a:ext uri="{0D108BD9-81ED-4DB2-BD59-A6C34878D82A}">
                    <a16:rowId xmlns:a16="http://schemas.microsoft.com/office/drawing/2014/main" val="507928843"/>
                  </a:ext>
                </a:extLst>
              </a:tr>
            </a:tbl>
          </a:graphicData>
        </a:graphic>
      </p:graphicFrame>
    </p:spTree>
    <p:extLst>
      <p:ext uri="{BB962C8B-B14F-4D97-AF65-F5344CB8AC3E}">
        <p14:creationId xmlns:p14="http://schemas.microsoft.com/office/powerpoint/2010/main" val="23547912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F37C008-8FDD-3CBD-0C8F-D674C29B19FC}"/>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A10AC926-D514-86F2-FADF-64D451F9B523}"/>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5E029D7A-2DE5-31AC-D67E-3E29D7BA78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90A29A40-04A9-DA9A-46D3-CA352A0F1972}"/>
              </a:ext>
            </a:extLst>
          </p:cNvPr>
          <p:cNvSpPr txBox="1"/>
          <p:nvPr/>
        </p:nvSpPr>
        <p:spPr>
          <a:xfrm>
            <a:off x="4016693" y="162581"/>
            <a:ext cx="184731" cy="523220"/>
          </a:xfrm>
          <a:prstGeom prst="rect">
            <a:avLst/>
          </a:prstGeom>
          <a:noFill/>
        </p:spPr>
        <p:txBody>
          <a:bodyPr wrap="none" rtlCol="0">
            <a:spAutoFit/>
          </a:bodyPr>
          <a:lstStyle/>
          <a:p>
            <a:endParaRPr lang="es-ES_tradnl" sz="2800" b="1" dirty="0">
              <a:solidFill>
                <a:schemeClr val="bg1"/>
              </a:solidFill>
              <a:ea typeface="Gungsuh" charset="-127"/>
              <a:cs typeface="Gungsuh" charset="-127"/>
            </a:endParaRPr>
          </a:p>
        </p:txBody>
      </p:sp>
      <p:sp>
        <p:nvSpPr>
          <p:cNvPr id="5" name="CuadroTexto 4">
            <a:extLst>
              <a:ext uri="{FF2B5EF4-FFF2-40B4-BE49-F238E27FC236}">
                <a16:creationId xmlns:a16="http://schemas.microsoft.com/office/drawing/2014/main" id="{8612C422-99AC-2F10-3B3C-4C15BE876049}"/>
              </a:ext>
            </a:extLst>
          </p:cNvPr>
          <p:cNvSpPr txBox="1"/>
          <p:nvPr/>
        </p:nvSpPr>
        <p:spPr>
          <a:xfrm>
            <a:off x="108722" y="139834"/>
            <a:ext cx="4811638"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Requerimientos no funcionales</a:t>
            </a:r>
          </a:p>
        </p:txBody>
      </p:sp>
      <p:graphicFrame>
        <p:nvGraphicFramePr>
          <p:cNvPr id="8" name="Tabla 7">
            <a:extLst>
              <a:ext uri="{FF2B5EF4-FFF2-40B4-BE49-F238E27FC236}">
                <a16:creationId xmlns:a16="http://schemas.microsoft.com/office/drawing/2014/main" id="{0C4C7526-C540-B90C-FD3C-3A3E6776175A}"/>
              </a:ext>
            </a:extLst>
          </p:cNvPr>
          <p:cNvGraphicFramePr>
            <a:graphicFrameLocks noGrp="1"/>
          </p:cNvGraphicFramePr>
          <p:nvPr>
            <p:extLst>
              <p:ext uri="{D42A27DB-BD31-4B8C-83A1-F6EECF244321}">
                <p14:modId xmlns:p14="http://schemas.microsoft.com/office/powerpoint/2010/main" val="211546097"/>
              </p:ext>
            </p:extLst>
          </p:nvPr>
        </p:nvGraphicFramePr>
        <p:xfrm>
          <a:off x="333248" y="1464128"/>
          <a:ext cx="8477504" cy="3929744"/>
        </p:xfrm>
        <a:graphic>
          <a:graphicData uri="http://schemas.openxmlformats.org/drawingml/2006/table">
            <a:tbl>
              <a:tblPr firstRow="1" bandRow="1">
                <a:tableStyleId>{5C22544A-7EE6-4342-B048-85BDC9FD1C3A}</a:tableStyleId>
              </a:tblPr>
              <a:tblGrid>
                <a:gridCol w="763868">
                  <a:extLst>
                    <a:ext uri="{9D8B030D-6E8A-4147-A177-3AD203B41FA5}">
                      <a16:colId xmlns:a16="http://schemas.microsoft.com/office/drawing/2014/main" val="1444508055"/>
                    </a:ext>
                  </a:extLst>
                </a:gridCol>
                <a:gridCol w="2885042">
                  <a:extLst>
                    <a:ext uri="{9D8B030D-6E8A-4147-A177-3AD203B41FA5}">
                      <a16:colId xmlns:a16="http://schemas.microsoft.com/office/drawing/2014/main" val="4109450397"/>
                    </a:ext>
                  </a:extLst>
                </a:gridCol>
                <a:gridCol w="3763739">
                  <a:extLst>
                    <a:ext uri="{9D8B030D-6E8A-4147-A177-3AD203B41FA5}">
                      <a16:colId xmlns:a16="http://schemas.microsoft.com/office/drawing/2014/main" val="4016406347"/>
                    </a:ext>
                  </a:extLst>
                </a:gridCol>
                <a:gridCol w="1064855">
                  <a:extLst>
                    <a:ext uri="{9D8B030D-6E8A-4147-A177-3AD203B41FA5}">
                      <a16:colId xmlns:a16="http://schemas.microsoft.com/office/drawing/2014/main" val="1626270299"/>
                    </a:ext>
                  </a:extLst>
                </a:gridCol>
              </a:tblGrid>
              <a:tr h="395532">
                <a:tc>
                  <a:txBody>
                    <a:bodyPr/>
                    <a:lstStyle/>
                    <a:p>
                      <a:pPr>
                        <a:buNone/>
                      </a:pPr>
                      <a:r>
                        <a:rPr lang="es-CL" sz="1400" dirty="0"/>
                        <a:t>ID</a:t>
                      </a:r>
                    </a:p>
                  </a:txBody>
                  <a:tcPr anchor="ctr"/>
                </a:tc>
                <a:tc>
                  <a:txBody>
                    <a:bodyPr/>
                    <a:lstStyle/>
                    <a:p>
                      <a:pPr>
                        <a:buNone/>
                      </a:pPr>
                      <a:r>
                        <a:rPr lang="es-CL" sz="1400" dirty="0"/>
                        <a:t>Nombre</a:t>
                      </a:r>
                    </a:p>
                  </a:txBody>
                  <a:tcPr anchor="ctr"/>
                </a:tc>
                <a:tc>
                  <a:txBody>
                    <a:bodyPr/>
                    <a:lstStyle/>
                    <a:p>
                      <a:pPr>
                        <a:buNone/>
                      </a:pPr>
                      <a:r>
                        <a:rPr lang="es-CL" sz="1400" dirty="0"/>
                        <a:t>Descripción</a:t>
                      </a:r>
                    </a:p>
                  </a:txBody>
                  <a:tcPr anchor="ctr"/>
                </a:tc>
                <a:tc>
                  <a:txBody>
                    <a:bodyPr/>
                    <a:lstStyle/>
                    <a:p>
                      <a:pPr>
                        <a:buNone/>
                      </a:pPr>
                      <a:r>
                        <a:rPr lang="es-CL" sz="1400" dirty="0"/>
                        <a:t>Prioridad</a:t>
                      </a:r>
                    </a:p>
                  </a:txBody>
                  <a:tcPr anchor="ctr"/>
                </a:tc>
                <a:extLst>
                  <a:ext uri="{0D108BD9-81ED-4DB2-BD59-A6C34878D82A}">
                    <a16:rowId xmlns:a16="http://schemas.microsoft.com/office/drawing/2014/main" val="1500879565"/>
                  </a:ext>
                </a:extLst>
              </a:tr>
              <a:tr h="921968">
                <a:tc>
                  <a:txBody>
                    <a:bodyPr/>
                    <a:lstStyle/>
                    <a:p>
                      <a:pPr algn="ctr">
                        <a:buNone/>
                      </a:pPr>
                      <a:r>
                        <a:rPr lang="es-CL" sz="1400" dirty="0"/>
                        <a:t>RNF01</a:t>
                      </a:r>
                    </a:p>
                  </a:txBody>
                  <a:tcPr anchor="ctr"/>
                </a:tc>
                <a:tc>
                  <a:txBody>
                    <a:bodyPr/>
                    <a:lstStyle/>
                    <a:p>
                      <a:pPr algn="ctr">
                        <a:buNone/>
                      </a:pPr>
                      <a:r>
                        <a:rPr lang="es-CL" sz="1400" dirty="0"/>
                        <a:t>Seguridad de la información</a:t>
                      </a:r>
                    </a:p>
                  </a:txBody>
                  <a:tcPr anchor="ctr"/>
                </a:tc>
                <a:tc>
                  <a:txBody>
                    <a:bodyPr/>
                    <a:lstStyle/>
                    <a:p>
                      <a:pPr algn="l">
                        <a:buNone/>
                      </a:pPr>
                      <a:r>
                        <a:rPr lang="es-ES" sz="1400" dirty="0"/>
                        <a:t>El sistema debe proteger los datos personales mediante mecanismos de seguridad y control de acceso</a:t>
                      </a:r>
                    </a:p>
                  </a:txBody>
                  <a:tcPr anchor="ctr"/>
                </a:tc>
                <a:tc>
                  <a:txBody>
                    <a:bodyPr/>
                    <a:lstStyle/>
                    <a:p>
                      <a:pPr algn="ctr">
                        <a:buNone/>
                      </a:pPr>
                      <a:r>
                        <a:rPr lang="es-CL" sz="1400" dirty="0"/>
                        <a:t>Alta</a:t>
                      </a:r>
                    </a:p>
                  </a:txBody>
                  <a:tcPr anchor="ctr"/>
                </a:tc>
                <a:extLst>
                  <a:ext uri="{0D108BD9-81ED-4DB2-BD59-A6C34878D82A}">
                    <a16:rowId xmlns:a16="http://schemas.microsoft.com/office/drawing/2014/main" val="3673792566"/>
                  </a:ext>
                </a:extLst>
              </a:tr>
              <a:tr h="653061">
                <a:tc>
                  <a:txBody>
                    <a:bodyPr/>
                    <a:lstStyle/>
                    <a:p>
                      <a:pPr algn="ctr">
                        <a:buNone/>
                      </a:pPr>
                      <a:r>
                        <a:rPr lang="es-CL" sz="1400" dirty="0"/>
                        <a:t>RNF02</a:t>
                      </a:r>
                    </a:p>
                  </a:txBody>
                  <a:tcPr anchor="ctr"/>
                </a:tc>
                <a:tc>
                  <a:txBody>
                    <a:bodyPr/>
                    <a:lstStyle/>
                    <a:p>
                      <a:pPr algn="ctr">
                        <a:buNone/>
                      </a:pPr>
                      <a:r>
                        <a:rPr lang="es-CL" sz="1400" dirty="0"/>
                        <a:t>Disponibilidad</a:t>
                      </a:r>
                    </a:p>
                  </a:txBody>
                  <a:tcPr anchor="ctr"/>
                </a:tc>
                <a:tc>
                  <a:txBody>
                    <a:bodyPr/>
                    <a:lstStyle/>
                    <a:p>
                      <a:pPr algn="l">
                        <a:buNone/>
                      </a:pPr>
                      <a:r>
                        <a:rPr lang="es-ES" sz="1400" dirty="0"/>
                        <a:t>El sistema debe estar disponible durante horarios críticos de operación escolar</a:t>
                      </a:r>
                    </a:p>
                  </a:txBody>
                  <a:tcPr anchor="ctr"/>
                </a:tc>
                <a:tc>
                  <a:txBody>
                    <a:bodyPr/>
                    <a:lstStyle/>
                    <a:p>
                      <a:pPr algn="ctr">
                        <a:buNone/>
                      </a:pPr>
                      <a:r>
                        <a:rPr lang="es-CL" sz="1400" dirty="0"/>
                        <a:t>Alta</a:t>
                      </a:r>
                    </a:p>
                  </a:txBody>
                  <a:tcPr anchor="ctr"/>
                </a:tc>
                <a:extLst>
                  <a:ext uri="{0D108BD9-81ED-4DB2-BD59-A6C34878D82A}">
                    <a16:rowId xmlns:a16="http://schemas.microsoft.com/office/drawing/2014/main" val="252081660"/>
                  </a:ext>
                </a:extLst>
              </a:tr>
              <a:tr h="653061">
                <a:tc>
                  <a:txBody>
                    <a:bodyPr/>
                    <a:lstStyle/>
                    <a:p>
                      <a:pPr algn="ctr">
                        <a:buNone/>
                      </a:pPr>
                      <a:r>
                        <a:rPr lang="es-CL" sz="1400" dirty="0"/>
                        <a:t>RNF03</a:t>
                      </a:r>
                    </a:p>
                  </a:txBody>
                  <a:tcPr anchor="ctr"/>
                </a:tc>
                <a:tc>
                  <a:txBody>
                    <a:bodyPr/>
                    <a:lstStyle/>
                    <a:p>
                      <a:pPr algn="ctr">
                        <a:buNone/>
                      </a:pPr>
                      <a:r>
                        <a:rPr lang="es-CL" sz="1400" dirty="0"/>
                        <a:t>Rendimiento</a:t>
                      </a:r>
                    </a:p>
                  </a:txBody>
                  <a:tcPr anchor="ctr"/>
                </a:tc>
                <a:tc>
                  <a:txBody>
                    <a:bodyPr/>
                    <a:lstStyle/>
                    <a:p>
                      <a:pPr algn="l">
                        <a:buNone/>
                      </a:pPr>
                      <a:r>
                        <a:rPr lang="es-ES" sz="1400" dirty="0"/>
                        <a:t>El sistema debe responder en menos de X segundos en validaciones de identidad</a:t>
                      </a:r>
                    </a:p>
                  </a:txBody>
                  <a:tcPr anchor="ctr"/>
                </a:tc>
                <a:tc>
                  <a:txBody>
                    <a:bodyPr/>
                    <a:lstStyle/>
                    <a:p>
                      <a:pPr algn="ctr">
                        <a:buNone/>
                      </a:pPr>
                      <a:r>
                        <a:rPr lang="es-CL" sz="1400" dirty="0"/>
                        <a:t>Alta</a:t>
                      </a:r>
                    </a:p>
                  </a:txBody>
                  <a:tcPr anchor="ctr"/>
                </a:tc>
                <a:extLst>
                  <a:ext uri="{0D108BD9-81ED-4DB2-BD59-A6C34878D82A}">
                    <a16:rowId xmlns:a16="http://schemas.microsoft.com/office/drawing/2014/main" val="2488509235"/>
                  </a:ext>
                </a:extLst>
              </a:tr>
              <a:tr h="653061">
                <a:tc>
                  <a:txBody>
                    <a:bodyPr/>
                    <a:lstStyle/>
                    <a:p>
                      <a:pPr algn="ctr">
                        <a:buNone/>
                      </a:pPr>
                      <a:r>
                        <a:rPr lang="es-CL" sz="1400" dirty="0"/>
                        <a:t>RNF04</a:t>
                      </a:r>
                    </a:p>
                  </a:txBody>
                  <a:tcPr anchor="ctr"/>
                </a:tc>
                <a:tc>
                  <a:txBody>
                    <a:bodyPr/>
                    <a:lstStyle/>
                    <a:p>
                      <a:pPr algn="ctr">
                        <a:buNone/>
                      </a:pPr>
                      <a:r>
                        <a:rPr lang="es-CL" sz="1400" dirty="0"/>
                        <a:t>Usabilidad</a:t>
                      </a:r>
                    </a:p>
                  </a:txBody>
                  <a:tcPr anchor="ctr"/>
                </a:tc>
                <a:tc>
                  <a:txBody>
                    <a:bodyPr/>
                    <a:lstStyle/>
                    <a:p>
                      <a:pPr algn="l">
                        <a:buNone/>
                      </a:pPr>
                      <a:r>
                        <a:rPr lang="es-ES" sz="1400" dirty="0"/>
                        <a:t>La interfaz debe ser simple e intuitiva para el usuario final</a:t>
                      </a:r>
                    </a:p>
                  </a:txBody>
                  <a:tcPr anchor="ctr"/>
                </a:tc>
                <a:tc>
                  <a:txBody>
                    <a:bodyPr/>
                    <a:lstStyle/>
                    <a:p>
                      <a:pPr algn="ctr">
                        <a:buNone/>
                      </a:pPr>
                      <a:r>
                        <a:rPr lang="es-CL" sz="1400" dirty="0"/>
                        <a:t>Alta</a:t>
                      </a:r>
                    </a:p>
                  </a:txBody>
                  <a:tcPr anchor="ctr"/>
                </a:tc>
                <a:extLst>
                  <a:ext uri="{0D108BD9-81ED-4DB2-BD59-A6C34878D82A}">
                    <a16:rowId xmlns:a16="http://schemas.microsoft.com/office/drawing/2014/main" val="2738853407"/>
                  </a:ext>
                </a:extLst>
              </a:tr>
              <a:tr h="653061">
                <a:tc>
                  <a:txBody>
                    <a:bodyPr/>
                    <a:lstStyle/>
                    <a:p>
                      <a:pPr algn="ctr">
                        <a:buNone/>
                      </a:pPr>
                      <a:r>
                        <a:rPr lang="es-CL" sz="1400" dirty="0"/>
                        <a:t>RNF05</a:t>
                      </a:r>
                    </a:p>
                  </a:txBody>
                  <a:tcPr anchor="ctr"/>
                </a:tc>
                <a:tc>
                  <a:txBody>
                    <a:bodyPr/>
                    <a:lstStyle/>
                    <a:p>
                      <a:pPr algn="ctr">
                        <a:buNone/>
                      </a:pPr>
                      <a:r>
                        <a:rPr lang="es-CL" sz="1400" dirty="0"/>
                        <a:t>Trazabilidad</a:t>
                      </a:r>
                    </a:p>
                  </a:txBody>
                  <a:tcPr anchor="ctr"/>
                </a:tc>
                <a:tc>
                  <a:txBody>
                    <a:bodyPr/>
                    <a:lstStyle/>
                    <a:p>
                      <a:pPr algn="l">
                        <a:buNone/>
                      </a:pPr>
                      <a:r>
                        <a:rPr lang="es-ES" sz="1400" dirty="0"/>
                        <a:t>Todos los eventos deben quedar registrados para auditoría</a:t>
                      </a:r>
                    </a:p>
                  </a:txBody>
                  <a:tcPr anchor="ctr"/>
                </a:tc>
                <a:tc>
                  <a:txBody>
                    <a:bodyPr/>
                    <a:lstStyle/>
                    <a:p>
                      <a:pPr algn="ctr">
                        <a:buNone/>
                      </a:pPr>
                      <a:r>
                        <a:rPr lang="es-CL" sz="1400" dirty="0"/>
                        <a:t>Alta</a:t>
                      </a:r>
                    </a:p>
                  </a:txBody>
                  <a:tcPr anchor="ctr"/>
                </a:tc>
                <a:extLst>
                  <a:ext uri="{0D108BD9-81ED-4DB2-BD59-A6C34878D82A}">
                    <a16:rowId xmlns:a16="http://schemas.microsoft.com/office/drawing/2014/main" val="89386589"/>
                  </a:ext>
                </a:extLst>
              </a:tr>
            </a:tbl>
          </a:graphicData>
        </a:graphic>
      </p:graphicFrame>
    </p:spTree>
    <p:extLst>
      <p:ext uri="{BB962C8B-B14F-4D97-AF65-F5344CB8AC3E}">
        <p14:creationId xmlns:p14="http://schemas.microsoft.com/office/powerpoint/2010/main" val="7072962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AC180A-40F4-A21C-703D-F8E267C233F4}"/>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51F12DD3-088F-6C3E-4998-13583C2C69F5}"/>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90DD5EE5-1C3B-39A2-45DE-015AA421F31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417457EE-D915-3F15-94F7-C47E0297A5F6}"/>
              </a:ext>
            </a:extLst>
          </p:cNvPr>
          <p:cNvSpPr txBox="1"/>
          <p:nvPr/>
        </p:nvSpPr>
        <p:spPr>
          <a:xfrm>
            <a:off x="4016693" y="162581"/>
            <a:ext cx="184731" cy="523220"/>
          </a:xfrm>
          <a:prstGeom prst="rect">
            <a:avLst/>
          </a:prstGeom>
          <a:noFill/>
        </p:spPr>
        <p:txBody>
          <a:bodyPr wrap="none" rtlCol="0">
            <a:spAutoFit/>
          </a:bodyPr>
          <a:lstStyle/>
          <a:p>
            <a:endParaRPr lang="es-ES_tradnl" sz="2800" b="1" dirty="0">
              <a:solidFill>
                <a:schemeClr val="bg1"/>
              </a:solidFill>
              <a:ea typeface="Gungsuh" charset="-127"/>
              <a:cs typeface="Gungsuh" charset="-127"/>
            </a:endParaRPr>
          </a:p>
        </p:txBody>
      </p:sp>
      <p:sp>
        <p:nvSpPr>
          <p:cNvPr id="5" name="CuadroTexto 4">
            <a:extLst>
              <a:ext uri="{FF2B5EF4-FFF2-40B4-BE49-F238E27FC236}">
                <a16:creationId xmlns:a16="http://schemas.microsoft.com/office/drawing/2014/main" id="{A6FC604A-1C94-F95E-67F7-5354A9002919}"/>
              </a:ext>
            </a:extLst>
          </p:cNvPr>
          <p:cNvSpPr txBox="1"/>
          <p:nvPr/>
        </p:nvSpPr>
        <p:spPr>
          <a:xfrm>
            <a:off x="108722" y="139834"/>
            <a:ext cx="2889958"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Tecnologías a usar</a:t>
            </a:r>
          </a:p>
        </p:txBody>
      </p:sp>
      <p:graphicFrame>
        <p:nvGraphicFramePr>
          <p:cNvPr id="4" name="Tabla 3">
            <a:extLst>
              <a:ext uri="{FF2B5EF4-FFF2-40B4-BE49-F238E27FC236}">
                <a16:creationId xmlns:a16="http://schemas.microsoft.com/office/drawing/2014/main" id="{E9D0E25A-BF28-0B9D-DBAD-35AAF8A4BC4C}"/>
              </a:ext>
            </a:extLst>
          </p:cNvPr>
          <p:cNvGraphicFramePr>
            <a:graphicFrameLocks noGrp="1"/>
          </p:cNvGraphicFramePr>
          <p:nvPr>
            <p:extLst>
              <p:ext uri="{D42A27DB-BD31-4B8C-83A1-F6EECF244321}">
                <p14:modId xmlns:p14="http://schemas.microsoft.com/office/powerpoint/2010/main" val="962862597"/>
              </p:ext>
            </p:extLst>
          </p:nvPr>
        </p:nvGraphicFramePr>
        <p:xfrm>
          <a:off x="825500" y="1168400"/>
          <a:ext cx="7493000" cy="27305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092234367"/>
                    </a:ext>
                  </a:extLst>
                </a:gridCol>
                <a:gridCol w="2349500">
                  <a:extLst>
                    <a:ext uri="{9D8B030D-6E8A-4147-A177-3AD203B41FA5}">
                      <a16:colId xmlns:a16="http://schemas.microsoft.com/office/drawing/2014/main" val="516225204"/>
                    </a:ext>
                  </a:extLst>
                </a:gridCol>
                <a:gridCol w="3111500">
                  <a:extLst>
                    <a:ext uri="{9D8B030D-6E8A-4147-A177-3AD203B41FA5}">
                      <a16:colId xmlns:a16="http://schemas.microsoft.com/office/drawing/2014/main" val="2635861832"/>
                    </a:ext>
                  </a:extLst>
                </a:gridCol>
              </a:tblGrid>
              <a:tr h="303389">
                <a:tc>
                  <a:txBody>
                    <a:bodyPr/>
                    <a:lstStyle/>
                    <a:p>
                      <a:pPr algn="ctr"/>
                      <a:r>
                        <a:rPr lang="es-CL" sz="1400" b="1">
                          <a:solidFill>
                            <a:srgbClr val="FFFFFF"/>
                          </a:solidFill>
                          <a:latin typeface="Arial" panose="020B0604020202020204" pitchFamily="34" charset="0"/>
                        </a:rPr>
                        <a:t>Componente</a:t>
                      </a:r>
                    </a:p>
                  </a:txBody>
                  <a:tcPr marL="50800" marR="50800" anchor="ctr">
                    <a:solidFill>
                      <a:srgbClr val="3B85D5"/>
                    </a:solidFill>
                  </a:tcPr>
                </a:tc>
                <a:tc>
                  <a:txBody>
                    <a:bodyPr/>
                    <a:lstStyle/>
                    <a:p>
                      <a:pPr algn="ctr"/>
                      <a:r>
                        <a:rPr lang="es-CL" sz="1400" b="1">
                          <a:solidFill>
                            <a:srgbClr val="FFFFFF"/>
                          </a:solidFill>
                          <a:latin typeface="Arial" panose="020B0604020202020204" pitchFamily="34" charset="0"/>
                        </a:rPr>
                        <a:t>Tecnología</a:t>
                      </a:r>
                    </a:p>
                  </a:txBody>
                  <a:tcPr marL="50800" marR="50800" anchor="ctr">
                    <a:solidFill>
                      <a:srgbClr val="3B85D5"/>
                    </a:solidFill>
                  </a:tcPr>
                </a:tc>
                <a:tc>
                  <a:txBody>
                    <a:bodyPr/>
                    <a:lstStyle/>
                    <a:p>
                      <a:pPr algn="ctr"/>
                      <a:r>
                        <a:rPr lang="es-CL" sz="1400" b="1">
                          <a:solidFill>
                            <a:srgbClr val="FFFFFF"/>
                          </a:solidFill>
                          <a:latin typeface="Arial" panose="020B0604020202020204" pitchFamily="34" charset="0"/>
                        </a:rPr>
                        <a:t>Propósito</a:t>
                      </a:r>
                    </a:p>
                  </a:txBody>
                  <a:tcPr marL="50800" marR="50800" anchor="ctr">
                    <a:solidFill>
                      <a:srgbClr val="3B85D5"/>
                    </a:solidFill>
                  </a:tcPr>
                </a:tc>
                <a:extLst>
                  <a:ext uri="{0D108BD9-81ED-4DB2-BD59-A6C34878D82A}">
                    <a16:rowId xmlns:a16="http://schemas.microsoft.com/office/drawing/2014/main" val="3573938395"/>
                  </a:ext>
                </a:extLst>
              </a:tr>
              <a:tr h="303389">
                <a:tc>
                  <a:txBody>
                    <a:bodyPr/>
                    <a:lstStyle/>
                    <a:p>
                      <a:pPr algn="ctr"/>
                      <a:r>
                        <a:rPr lang="es-CL" sz="1100">
                          <a:latin typeface="Arial" panose="020B0604020202020204" pitchFamily="34" charset="0"/>
                        </a:rPr>
                        <a:t>Frontend</a:t>
                      </a:r>
                    </a:p>
                  </a:txBody>
                  <a:tcPr marL="50800" marR="50800" anchor="ctr">
                    <a:solidFill>
                      <a:srgbClr val="F7F7F7"/>
                    </a:solidFill>
                  </a:tcPr>
                </a:tc>
                <a:tc>
                  <a:txBody>
                    <a:bodyPr/>
                    <a:lstStyle/>
                    <a:p>
                      <a:pPr algn="ctr"/>
                      <a:r>
                        <a:rPr lang="es-CL" sz="1100">
                          <a:latin typeface="Arial" panose="020B0604020202020204" pitchFamily="34" charset="0"/>
                        </a:rPr>
                        <a:t>Next.js + React</a:t>
                      </a:r>
                    </a:p>
                  </a:txBody>
                  <a:tcPr marL="50800" marR="50800" anchor="ctr">
                    <a:solidFill>
                      <a:srgbClr val="F7F7F7"/>
                    </a:solidFill>
                  </a:tcPr>
                </a:tc>
                <a:tc>
                  <a:txBody>
                    <a:bodyPr/>
                    <a:lstStyle/>
                    <a:p>
                      <a:pPr algn="ctr"/>
                      <a:r>
                        <a:rPr lang="es-CL" sz="1100">
                          <a:latin typeface="Arial" panose="020B0604020202020204" pitchFamily="34" charset="0"/>
                        </a:rPr>
                        <a:t>Interfaz web del sistema</a:t>
                      </a:r>
                    </a:p>
                  </a:txBody>
                  <a:tcPr marL="50800" marR="50800" anchor="ctr">
                    <a:solidFill>
                      <a:srgbClr val="F7F7F7"/>
                    </a:solidFill>
                  </a:tcPr>
                </a:tc>
                <a:extLst>
                  <a:ext uri="{0D108BD9-81ED-4DB2-BD59-A6C34878D82A}">
                    <a16:rowId xmlns:a16="http://schemas.microsoft.com/office/drawing/2014/main" val="2480560004"/>
                  </a:ext>
                </a:extLst>
              </a:tr>
              <a:tr h="303389">
                <a:tc>
                  <a:txBody>
                    <a:bodyPr/>
                    <a:lstStyle/>
                    <a:p>
                      <a:pPr algn="ctr"/>
                      <a:r>
                        <a:rPr lang="es-CL" sz="1100">
                          <a:latin typeface="Arial" panose="020B0604020202020204" pitchFamily="34" charset="0"/>
                        </a:rPr>
                        <a:t>Backend</a:t>
                      </a:r>
                    </a:p>
                  </a:txBody>
                  <a:tcPr marL="50800" marR="50800" anchor="ctr">
                    <a:solidFill>
                      <a:srgbClr val="FFFFFF"/>
                    </a:solidFill>
                  </a:tcPr>
                </a:tc>
                <a:tc>
                  <a:txBody>
                    <a:bodyPr/>
                    <a:lstStyle/>
                    <a:p>
                      <a:pPr algn="ctr"/>
                      <a:r>
                        <a:rPr lang="es-CL" sz="1100">
                          <a:latin typeface="Arial" panose="020B0604020202020204" pitchFamily="34" charset="0"/>
                        </a:rPr>
                        <a:t>Server Actions</a:t>
                      </a:r>
                    </a:p>
                  </a:txBody>
                  <a:tcPr marL="50800" marR="50800" anchor="ctr">
                    <a:solidFill>
                      <a:srgbClr val="FFFFFF"/>
                    </a:solidFill>
                  </a:tcPr>
                </a:tc>
                <a:tc>
                  <a:txBody>
                    <a:bodyPr/>
                    <a:lstStyle/>
                    <a:p>
                      <a:pPr algn="ctr"/>
                      <a:r>
                        <a:rPr lang="es-CL" sz="1100">
                          <a:latin typeface="Arial" panose="020B0604020202020204" pitchFamily="34" charset="0"/>
                        </a:rPr>
                        <a:t>Lógica de aplicación</a:t>
                      </a:r>
                    </a:p>
                  </a:txBody>
                  <a:tcPr marL="50800" marR="50800" anchor="ctr">
                    <a:solidFill>
                      <a:srgbClr val="FFFFFF"/>
                    </a:solidFill>
                  </a:tcPr>
                </a:tc>
                <a:extLst>
                  <a:ext uri="{0D108BD9-81ED-4DB2-BD59-A6C34878D82A}">
                    <a16:rowId xmlns:a16="http://schemas.microsoft.com/office/drawing/2014/main" val="2431216101"/>
                  </a:ext>
                </a:extLst>
              </a:tr>
              <a:tr h="303389">
                <a:tc>
                  <a:txBody>
                    <a:bodyPr/>
                    <a:lstStyle/>
                    <a:p>
                      <a:pPr algn="ctr"/>
                      <a:r>
                        <a:rPr lang="es-CL" sz="1100">
                          <a:latin typeface="Arial" panose="020B0604020202020204" pitchFamily="34" charset="0"/>
                        </a:rPr>
                        <a:t>Estilos</a:t>
                      </a:r>
                    </a:p>
                  </a:txBody>
                  <a:tcPr marL="50800" marR="50800" anchor="ctr">
                    <a:solidFill>
                      <a:srgbClr val="F7F7F7"/>
                    </a:solidFill>
                  </a:tcPr>
                </a:tc>
                <a:tc>
                  <a:txBody>
                    <a:bodyPr/>
                    <a:lstStyle/>
                    <a:p>
                      <a:pPr algn="ctr"/>
                      <a:r>
                        <a:rPr lang="es-CL" sz="1100">
                          <a:latin typeface="Arial" panose="020B0604020202020204" pitchFamily="34" charset="0"/>
                        </a:rPr>
                        <a:t>Tailwind CSS</a:t>
                      </a:r>
                    </a:p>
                  </a:txBody>
                  <a:tcPr marL="50800" marR="50800" anchor="ctr">
                    <a:solidFill>
                      <a:srgbClr val="F7F7F7"/>
                    </a:solidFill>
                  </a:tcPr>
                </a:tc>
                <a:tc>
                  <a:txBody>
                    <a:bodyPr/>
                    <a:lstStyle/>
                    <a:p>
                      <a:pPr algn="ctr"/>
                      <a:r>
                        <a:rPr lang="es-CL" sz="1100">
                          <a:latin typeface="Arial" panose="020B0604020202020204" pitchFamily="34" charset="0"/>
                        </a:rPr>
                        <a:t>Diseño responsivo</a:t>
                      </a:r>
                    </a:p>
                  </a:txBody>
                  <a:tcPr marL="50800" marR="50800" anchor="ctr">
                    <a:solidFill>
                      <a:srgbClr val="F7F7F7"/>
                    </a:solidFill>
                  </a:tcPr>
                </a:tc>
                <a:extLst>
                  <a:ext uri="{0D108BD9-81ED-4DB2-BD59-A6C34878D82A}">
                    <a16:rowId xmlns:a16="http://schemas.microsoft.com/office/drawing/2014/main" val="1497023984"/>
                  </a:ext>
                </a:extLst>
              </a:tr>
              <a:tr h="303389">
                <a:tc>
                  <a:txBody>
                    <a:bodyPr/>
                    <a:lstStyle/>
                    <a:p>
                      <a:pPr algn="ctr"/>
                      <a:r>
                        <a:rPr lang="es-CL" sz="1100">
                          <a:latin typeface="Arial" panose="020B0604020202020204" pitchFamily="34" charset="0"/>
                        </a:rPr>
                        <a:t>Servicios cloud</a:t>
                      </a:r>
                    </a:p>
                  </a:txBody>
                  <a:tcPr marL="50800" marR="50800" anchor="ctr">
                    <a:solidFill>
                      <a:srgbClr val="FFFFFF"/>
                    </a:solidFill>
                  </a:tcPr>
                </a:tc>
                <a:tc>
                  <a:txBody>
                    <a:bodyPr/>
                    <a:lstStyle/>
                    <a:p>
                      <a:pPr algn="ctr"/>
                      <a:r>
                        <a:rPr lang="es-CL" sz="1100">
                          <a:latin typeface="Arial" panose="020B0604020202020204" pitchFamily="34" charset="0"/>
                        </a:rPr>
                        <a:t>Supabase</a:t>
                      </a:r>
                    </a:p>
                  </a:txBody>
                  <a:tcPr marL="50800" marR="50800" anchor="ctr">
                    <a:solidFill>
                      <a:srgbClr val="FFFFFF"/>
                    </a:solidFill>
                  </a:tcPr>
                </a:tc>
                <a:tc>
                  <a:txBody>
                    <a:bodyPr/>
                    <a:lstStyle/>
                    <a:p>
                      <a:pPr algn="ctr"/>
                      <a:r>
                        <a:rPr lang="es-CL" sz="1100">
                          <a:latin typeface="Arial" panose="020B0604020202020204" pitchFamily="34" charset="0"/>
                        </a:rPr>
                        <a:t>Auth, API y RPC</a:t>
                      </a:r>
                    </a:p>
                  </a:txBody>
                  <a:tcPr marL="50800" marR="50800" anchor="ctr">
                    <a:solidFill>
                      <a:srgbClr val="FFFFFF"/>
                    </a:solidFill>
                  </a:tcPr>
                </a:tc>
                <a:extLst>
                  <a:ext uri="{0D108BD9-81ED-4DB2-BD59-A6C34878D82A}">
                    <a16:rowId xmlns:a16="http://schemas.microsoft.com/office/drawing/2014/main" val="1200018910"/>
                  </a:ext>
                </a:extLst>
              </a:tr>
              <a:tr h="303389">
                <a:tc>
                  <a:txBody>
                    <a:bodyPr/>
                    <a:lstStyle/>
                    <a:p>
                      <a:pPr algn="ctr"/>
                      <a:r>
                        <a:rPr lang="es-CL" sz="1100">
                          <a:latin typeface="Arial" panose="020B0604020202020204" pitchFamily="34" charset="0"/>
                        </a:rPr>
                        <a:t>Persistencia</a:t>
                      </a:r>
                    </a:p>
                  </a:txBody>
                  <a:tcPr marL="50800" marR="50800" anchor="ctr">
                    <a:solidFill>
                      <a:srgbClr val="F7F7F7"/>
                    </a:solidFill>
                  </a:tcPr>
                </a:tc>
                <a:tc>
                  <a:txBody>
                    <a:bodyPr/>
                    <a:lstStyle/>
                    <a:p>
                      <a:pPr algn="ctr"/>
                      <a:r>
                        <a:rPr lang="es-CL" sz="1100">
                          <a:latin typeface="Arial" panose="020B0604020202020204" pitchFamily="34" charset="0"/>
                        </a:rPr>
                        <a:t>PostgreSQL + RLS</a:t>
                      </a:r>
                    </a:p>
                  </a:txBody>
                  <a:tcPr marL="50800" marR="50800" anchor="ctr">
                    <a:solidFill>
                      <a:srgbClr val="F7F7F7"/>
                    </a:solidFill>
                  </a:tcPr>
                </a:tc>
                <a:tc>
                  <a:txBody>
                    <a:bodyPr/>
                    <a:lstStyle/>
                    <a:p>
                      <a:pPr algn="ctr"/>
                      <a:r>
                        <a:rPr lang="es-ES" sz="1100">
                          <a:latin typeface="Arial" panose="020B0604020202020204" pitchFamily="34" charset="0"/>
                        </a:rPr>
                        <a:t>Datos y control por fila</a:t>
                      </a:r>
                      <a:endParaRPr lang="es-CL" sz="1100">
                        <a:latin typeface="Arial" panose="020B0604020202020204" pitchFamily="34" charset="0"/>
                      </a:endParaRPr>
                    </a:p>
                  </a:txBody>
                  <a:tcPr marL="50800" marR="50800" anchor="ctr">
                    <a:solidFill>
                      <a:srgbClr val="F7F7F7"/>
                    </a:solidFill>
                  </a:tcPr>
                </a:tc>
                <a:extLst>
                  <a:ext uri="{0D108BD9-81ED-4DB2-BD59-A6C34878D82A}">
                    <a16:rowId xmlns:a16="http://schemas.microsoft.com/office/drawing/2014/main" val="806167999"/>
                  </a:ext>
                </a:extLst>
              </a:tr>
              <a:tr h="303389">
                <a:tc>
                  <a:txBody>
                    <a:bodyPr/>
                    <a:lstStyle/>
                    <a:p>
                      <a:pPr algn="ctr"/>
                      <a:r>
                        <a:rPr lang="es-CL" sz="1100">
                          <a:latin typeface="Arial" panose="020B0604020202020204" pitchFamily="34" charset="0"/>
                        </a:rPr>
                        <a:t>Validación académica</a:t>
                      </a:r>
                    </a:p>
                  </a:txBody>
                  <a:tcPr marL="50800" marR="50800" anchor="ctr">
                    <a:solidFill>
                      <a:srgbClr val="FFFFFF"/>
                    </a:solidFill>
                  </a:tcPr>
                </a:tc>
                <a:tc>
                  <a:txBody>
                    <a:bodyPr/>
                    <a:lstStyle/>
                    <a:p>
                      <a:pPr algn="ctr"/>
                      <a:r>
                        <a:rPr lang="es-CL" sz="1100">
                          <a:latin typeface="Arial" panose="020B0604020202020204" pitchFamily="34" charset="0"/>
                        </a:rPr>
                        <a:t>PC local + Node.js</a:t>
                      </a:r>
                    </a:p>
                  </a:txBody>
                  <a:tcPr marL="50800" marR="50800" anchor="ctr">
                    <a:solidFill>
                      <a:srgbClr val="FFFFFF"/>
                    </a:solidFill>
                  </a:tcPr>
                </a:tc>
                <a:tc>
                  <a:txBody>
                    <a:bodyPr/>
                    <a:lstStyle/>
                    <a:p>
                      <a:pPr algn="ctr"/>
                      <a:r>
                        <a:rPr lang="es-CL" sz="1100">
                          <a:latin typeface="Arial" panose="020B0604020202020204" pitchFamily="34" charset="0"/>
                        </a:rPr>
                        <a:t>Build de producción local</a:t>
                      </a:r>
                    </a:p>
                  </a:txBody>
                  <a:tcPr marL="50800" marR="50800" anchor="ctr">
                    <a:solidFill>
                      <a:srgbClr val="FFFFFF"/>
                    </a:solidFill>
                  </a:tcPr>
                </a:tc>
                <a:extLst>
                  <a:ext uri="{0D108BD9-81ED-4DB2-BD59-A6C34878D82A}">
                    <a16:rowId xmlns:a16="http://schemas.microsoft.com/office/drawing/2014/main" val="2442279686"/>
                  </a:ext>
                </a:extLst>
              </a:tr>
              <a:tr h="303389">
                <a:tc>
                  <a:txBody>
                    <a:bodyPr/>
                    <a:lstStyle/>
                    <a:p>
                      <a:pPr algn="ctr"/>
                      <a:r>
                        <a:rPr lang="es-CL" sz="1100">
                          <a:latin typeface="Arial" panose="020B0604020202020204" pitchFamily="34" charset="0"/>
                        </a:rPr>
                        <a:t>Pruebas</a:t>
                      </a:r>
                    </a:p>
                  </a:txBody>
                  <a:tcPr marL="50800" marR="50800" anchor="ctr">
                    <a:solidFill>
                      <a:srgbClr val="F7F7F7"/>
                    </a:solidFill>
                  </a:tcPr>
                </a:tc>
                <a:tc>
                  <a:txBody>
                    <a:bodyPr/>
                    <a:lstStyle/>
                    <a:p>
                      <a:pPr algn="ctr"/>
                      <a:r>
                        <a:rPr lang="es-CL" sz="1100">
                          <a:latin typeface="Arial" panose="020B0604020202020204" pitchFamily="34" charset="0"/>
                        </a:rPr>
                        <a:t>Playwright</a:t>
                      </a:r>
                    </a:p>
                  </a:txBody>
                  <a:tcPr marL="50800" marR="50800" anchor="ctr">
                    <a:solidFill>
                      <a:srgbClr val="F7F7F7"/>
                    </a:solidFill>
                  </a:tcPr>
                </a:tc>
                <a:tc>
                  <a:txBody>
                    <a:bodyPr/>
                    <a:lstStyle/>
                    <a:p>
                      <a:pPr algn="ctr"/>
                      <a:r>
                        <a:rPr lang="es-CL" sz="1100">
                          <a:latin typeface="Arial" panose="020B0604020202020204" pitchFamily="34" charset="0"/>
                        </a:rPr>
                        <a:t>Smoke y evidencia E2E</a:t>
                      </a:r>
                    </a:p>
                  </a:txBody>
                  <a:tcPr marL="50800" marR="50800" anchor="ctr">
                    <a:solidFill>
                      <a:srgbClr val="F7F7F7"/>
                    </a:solidFill>
                  </a:tcPr>
                </a:tc>
                <a:extLst>
                  <a:ext uri="{0D108BD9-81ED-4DB2-BD59-A6C34878D82A}">
                    <a16:rowId xmlns:a16="http://schemas.microsoft.com/office/drawing/2014/main" val="2821908853"/>
                  </a:ext>
                </a:extLst>
              </a:tr>
              <a:tr h="303389">
                <a:tc>
                  <a:txBody>
                    <a:bodyPr/>
                    <a:lstStyle/>
                    <a:p>
                      <a:pPr algn="ctr"/>
                      <a:r>
                        <a:rPr lang="es-CL" sz="1100">
                          <a:latin typeface="Arial" panose="020B0604020202020204" pitchFamily="34" charset="0"/>
                        </a:rPr>
                        <a:t>Versiones</a:t>
                      </a:r>
                    </a:p>
                  </a:txBody>
                  <a:tcPr marL="50800" marR="50800" anchor="ctr">
                    <a:solidFill>
                      <a:srgbClr val="FFFFFF"/>
                    </a:solidFill>
                  </a:tcPr>
                </a:tc>
                <a:tc>
                  <a:txBody>
                    <a:bodyPr/>
                    <a:lstStyle/>
                    <a:p>
                      <a:pPr algn="ctr"/>
                      <a:r>
                        <a:rPr lang="es-CL" sz="1100">
                          <a:latin typeface="Arial" panose="020B0604020202020204" pitchFamily="34" charset="0"/>
                        </a:rPr>
                        <a:t>GitHub</a:t>
                      </a:r>
                    </a:p>
                  </a:txBody>
                  <a:tcPr marL="50800" marR="50800" anchor="ctr">
                    <a:solidFill>
                      <a:srgbClr val="FFFFFF"/>
                    </a:solidFill>
                  </a:tcPr>
                </a:tc>
                <a:tc>
                  <a:txBody>
                    <a:bodyPr/>
                    <a:lstStyle/>
                    <a:p>
                      <a:pPr algn="ctr"/>
                      <a:r>
                        <a:rPr lang="es-CL" sz="1100">
                          <a:latin typeface="Arial" panose="020B0604020202020204" pitchFamily="34" charset="0"/>
                        </a:rPr>
                        <a:t>Trazabilidad del código</a:t>
                      </a:r>
                    </a:p>
                  </a:txBody>
                  <a:tcPr marL="50800" marR="50800" anchor="ctr">
                    <a:solidFill>
                      <a:srgbClr val="FFFFFF"/>
                    </a:solidFill>
                  </a:tcPr>
                </a:tc>
                <a:extLst>
                  <a:ext uri="{0D108BD9-81ED-4DB2-BD59-A6C34878D82A}">
                    <a16:rowId xmlns:a16="http://schemas.microsoft.com/office/drawing/2014/main" val="2059532687"/>
                  </a:ext>
                </a:extLst>
              </a:tr>
            </a:tbl>
          </a:graphicData>
        </a:graphic>
      </p:graphicFrame>
      <p:sp>
        <p:nvSpPr>
          <p:cNvPr id="8" name="Rectángulo: esquinas redondeadas 7">
            <a:extLst>
              <a:ext uri="{FF2B5EF4-FFF2-40B4-BE49-F238E27FC236}">
                <a16:creationId xmlns:a16="http://schemas.microsoft.com/office/drawing/2014/main" id="{386198BA-5CF2-4737-D5D1-7C52B2CA3582}"/>
              </a:ext>
            </a:extLst>
          </p:cNvPr>
          <p:cNvSpPr/>
          <p:nvPr/>
        </p:nvSpPr>
        <p:spPr>
          <a:xfrm>
            <a:off x="825500" y="4127500"/>
            <a:ext cx="2349500" cy="736600"/>
          </a:xfrm>
          <a:prstGeom prst="roundRect">
            <a:avLst/>
          </a:prstGeom>
          <a:solidFill>
            <a:srgbClr val="DEF2FF"/>
          </a:solidFill>
          <a:ln w="19050">
            <a:solidFill>
              <a:srgbClr val="3B85D5"/>
            </a:solidFill>
          </a:ln>
        </p:spPr>
        <p:style>
          <a:lnRef idx="2">
            <a:schemeClr val="accent1">
              <a:shade val="15000"/>
            </a:schemeClr>
          </a:lnRef>
          <a:fillRef idx="1">
            <a:schemeClr val="accent1"/>
          </a:fillRef>
          <a:effectRef idx="0">
            <a:schemeClr val="accent1"/>
          </a:effectRef>
          <a:fontRef idx="minor">
            <a:schemeClr val="lt1"/>
          </a:fontRef>
        </p:style>
        <p:txBody>
          <a:bodyPr lIns="101600" tIns="76200" rIns="101600" rtlCol="0" anchor="ctr"/>
          <a:lstStyle/>
          <a:p>
            <a:pPr algn="ctr"/>
            <a:r>
              <a:rPr lang="es-ES" sz="1200" b="1">
                <a:solidFill>
                  <a:srgbClr val="202020"/>
                </a:solidFill>
                <a:latin typeface="Arial" panose="020B0604020202020204" pitchFamily="34" charset="0"/>
              </a:rPr>
              <a:t>Validación académica</a:t>
            </a:r>
          </a:p>
          <a:p>
            <a:pPr algn="ctr"/>
            <a:r>
              <a:rPr lang="es-ES" sz="1000">
                <a:solidFill>
                  <a:srgbClr val="202020"/>
                </a:solidFill>
                <a:latin typeface="Arial" panose="020B0604020202020204" pitchFamily="34" charset="0"/>
              </a:rPr>
              <a:t>Next.js local en el PC de defensa</a:t>
            </a:r>
            <a:endParaRPr lang="es-CL" sz="1000">
              <a:solidFill>
                <a:srgbClr val="202020"/>
              </a:solidFill>
              <a:latin typeface="Arial" panose="020B0604020202020204" pitchFamily="34" charset="0"/>
            </a:endParaRPr>
          </a:p>
        </p:txBody>
      </p:sp>
      <p:sp>
        <p:nvSpPr>
          <p:cNvPr id="10" name="Rectángulo: esquinas redondeadas 9">
            <a:extLst>
              <a:ext uri="{FF2B5EF4-FFF2-40B4-BE49-F238E27FC236}">
                <a16:creationId xmlns:a16="http://schemas.microsoft.com/office/drawing/2014/main" id="{F0040D24-DFE6-66DD-279F-304C8F91DA26}"/>
              </a:ext>
            </a:extLst>
          </p:cNvPr>
          <p:cNvSpPr/>
          <p:nvPr/>
        </p:nvSpPr>
        <p:spPr>
          <a:xfrm>
            <a:off x="3403600" y="4127500"/>
            <a:ext cx="2349500" cy="736600"/>
          </a:xfrm>
          <a:prstGeom prst="roundRect">
            <a:avLst/>
          </a:prstGeom>
          <a:solidFill>
            <a:srgbClr val="EEF7E5"/>
          </a:solidFill>
          <a:ln w="19050">
            <a:solidFill>
              <a:srgbClr val="7FA362"/>
            </a:solidFill>
          </a:ln>
        </p:spPr>
        <p:style>
          <a:lnRef idx="2">
            <a:schemeClr val="accent1">
              <a:shade val="15000"/>
            </a:schemeClr>
          </a:lnRef>
          <a:fillRef idx="1">
            <a:schemeClr val="accent1"/>
          </a:fillRef>
          <a:effectRef idx="0">
            <a:schemeClr val="accent1"/>
          </a:effectRef>
          <a:fontRef idx="minor">
            <a:schemeClr val="lt1"/>
          </a:fontRef>
        </p:style>
        <p:txBody>
          <a:bodyPr lIns="101600" tIns="76200" rIns="101600" rtlCol="0" anchor="ctr"/>
          <a:lstStyle/>
          <a:p>
            <a:pPr algn="ctr"/>
            <a:r>
              <a:rPr lang="es-CL" sz="1200" b="1">
                <a:solidFill>
                  <a:srgbClr val="202020"/>
                </a:solidFill>
                <a:latin typeface="Arial" panose="020B0604020202020204" pitchFamily="34" charset="0"/>
              </a:rPr>
              <a:t>Servicios externos</a:t>
            </a:r>
          </a:p>
          <a:p>
            <a:pPr algn="ctr"/>
            <a:r>
              <a:rPr lang="es-CL" sz="1000">
                <a:solidFill>
                  <a:srgbClr val="202020"/>
                </a:solidFill>
                <a:latin typeface="Arial" panose="020B0604020202020204" pitchFamily="34" charset="0"/>
              </a:rPr>
              <a:t>Supabase Cloud: Auth + PostgreSQL</a:t>
            </a:r>
          </a:p>
        </p:txBody>
      </p:sp>
      <p:sp>
        <p:nvSpPr>
          <p:cNvPr id="12" name="Rectángulo: esquinas redondeadas 11">
            <a:extLst>
              <a:ext uri="{FF2B5EF4-FFF2-40B4-BE49-F238E27FC236}">
                <a16:creationId xmlns:a16="http://schemas.microsoft.com/office/drawing/2014/main" id="{DB63A8AA-E74A-DF6B-F089-1A269E1334A3}"/>
              </a:ext>
            </a:extLst>
          </p:cNvPr>
          <p:cNvSpPr/>
          <p:nvPr/>
        </p:nvSpPr>
        <p:spPr>
          <a:xfrm>
            <a:off x="5981700" y="4127500"/>
            <a:ext cx="2349500" cy="736600"/>
          </a:xfrm>
          <a:prstGeom prst="roundRect">
            <a:avLst/>
          </a:prstGeom>
          <a:solidFill>
            <a:srgbClr val="FFF2EA"/>
          </a:solidFill>
          <a:ln w="19050">
            <a:solidFill>
              <a:srgbClr val="C27C47"/>
            </a:solidFill>
          </a:ln>
        </p:spPr>
        <p:style>
          <a:lnRef idx="2">
            <a:schemeClr val="accent1">
              <a:shade val="15000"/>
            </a:schemeClr>
          </a:lnRef>
          <a:fillRef idx="1">
            <a:schemeClr val="accent1"/>
          </a:fillRef>
          <a:effectRef idx="0">
            <a:schemeClr val="accent1"/>
          </a:effectRef>
          <a:fontRef idx="minor">
            <a:schemeClr val="lt1"/>
          </a:fontRef>
        </p:style>
        <p:txBody>
          <a:bodyPr lIns="101600" tIns="76200" rIns="101600" rtlCol="0" anchor="ctr"/>
          <a:lstStyle/>
          <a:p>
            <a:pPr algn="ctr"/>
            <a:r>
              <a:rPr lang="es-ES" sz="1200" b="1">
                <a:solidFill>
                  <a:srgbClr val="202020"/>
                </a:solidFill>
                <a:latin typeface="Arial" panose="020B0604020202020204" pitchFamily="34" charset="0"/>
              </a:rPr>
              <a:t>Evolución futura</a:t>
            </a:r>
          </a:p>
          <a:p>
            <a:pPr algn="ctr"/>
            <a:r>
              <a:rPr lang="es-ES" sz="1000">
                <a:solidFill>
                  <a:srgbClr val="202020"/>
                </a:solidFill>
                <a:latin typeface="Arial" panose="020B0604020202020204" pitchFamily="34" charset="0"/>
              </a:rPr>
              <a:t>Vercel u otra plataforma compatible</a:t>
            </a:r>
            <a:endParaRPr lang="es-CL" sz="1000">
              <a:solidFill>
                <a:srgbClr val="202020"/>
              </a:solidFill>
              <a:latin typeface="Arial" panose="020B0604020202020204" pitchFamily="34" charset="0"/>
            </a:endParaRPr>
          </a:p>
        </p:txBody>
      </p:sp>
    </p:spTree>
    <p:extLst>
      <p:ext uri="{BB962C8B-B14F-4D97-AF65-F5344CB8AC3E}">
        <p14:creationId xmlns:p14="http://schemas.microsoft.com/office/powerpoint/2010/main" val="28617145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6C4D66-909B-F65A-E6A0-F3C45A8CCEFD}"/>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CD5177A7-968C-B6E5-AA0D-AD13862F3C75}"/>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2AD33A3D-9C73-D2BC-51B9-87BEA09926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C68351A9-22C5-E7EE-94C5-7200B3F96FF0}"/>
              </a:ext>
            </a:extLst>
          </p:cNvPr>
          <p:cNvSpPr txBox="1"/>
          <p:nvPr/>
        </p:nvSpPr>
        <p:spPr>
          <a:xfrm>
            <a:off x="4016693" y="162581"/>
            <a:ext cx="184731" cy="523220"/>
          </a:xfrm>
          <a:prstGeom prst="rect">
            <a:avLst/>
          </a:prstGeom>
          <a:noFill/>
        </p:spPr>
        <p:txBody>
          <a:bodyPr wrap="none" rtlCol="0">
            <a:spAutoFit/>
          </a:bodyPr>
          <a:lstStyle/>
          <a:p>
            <a:endParaRPr lang="es-ES_tradnl" sz="2800" b="1" dirty="0">
              <a:solidFill>
                <a:schemeClr val="bg1"/>
              </a:solidFill>
              <a:ea typeface="Gungsuh" charset="-127"/>
              <a:cs typeface="Gungsuh" charset="-127"/>
            </a:endParaRPr>
          </a:p>
        </p:txBody>
      </p:sp>
      <p:sp>
        <p:nvSpPr>
          <p:cNvPr id="5" name="CuadroTexto 4">
            <a:extLst>
              <a:ext uri="{FF2B5EF4-FFF2-40B4-BE49-F238E27FC236}">
                <a16:creationId xmlns:a16="http://schemas.microsoft.com/office/drawing/2014/main" id="{66D95C98-AAA6-0128-55B7-4BCCD01228C6}"/>
              </a:ext>
            </a:extLst>
          </p:cNvPr>
          <p:cNvSpPr txBox="1"/>
          <p:nvPr/>
        </p:nvSpPr>
        <p:spPr>
          <a:xfrm>
            <a:off x="108722" y="139834"/>
            <a:ext cx="2067617"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Arquitectura</a:t>
            </a:r>
          </a:p>
        </p:txBody>
      </p:sp>
      <p:pic>
        <p:nvPicPr>
          <p:cNvPr id="4" name="Imagen 3">
            <a:extLst>
              <a:ext uri="{FF2B5EF4-FFF2-40B4-BE49-F238E27FC236}">
                <a16:creationId xmlns:a16="http://schemas.microsoft.com/office/drawing/2014/main" id="{A01BF980-584B-946D-9136-B7F7A3D8CF6C}"/>
              </a:ext>
            </a:extLst>
          </p:cNvPr>
          <p:cNvPicPr>
            <a:picLocks noChangeAspect="1"/>
          </p:cNvPicPr>
          <p:nvPr/>
        </p:nvPicPr>
        <p:blipFill>
          <a:blip r:embed="rId5"/>
          <a:stretch>
            <a:fillRect/>
          </a:stretch>
        </p:blipFill>
        <p:spPr>
          <a:xfrm>
            <a:off x="272142" y="1121229"/>
            <a:ext cx="8763135" cy="5301341"/>
          </a:xfrm>
          <a:prstGeom prst="rect">
            <a:avLst/>
          </a:prstGeom>
        </p:spPr>
      </p:pic>
    </p:spTree>
    <p:extLst>
      <p:ext uri="{BB962C8B-B14F-4D97-AF65-F5344CB8AC3E}">
        <p14:creationId xmlns:p14="http://schemas.microsoft.com/office/powerpoint/2010/main" val="26301320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FFCA02-4C0B-992F-55B0-C98069C3D761}"/>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7D16B187-689D-0EAA-CE49-A1C76A72BDC1}"/>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94FC9CCA-7EE9-076A-4E16-2B9F3A7682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E4091926-C98F-5CED-6033-9D4BC399065C}"/>
              </a:ext>
            </a:extLst>
          </p:cNvPr>
          <p:cNvSpPr txBox="1"/>
          <p:nvPr/>
        </p:nvSpPr>
        <p:spPr>
          <a:xfrm>
            <a:off x="4016693" y="162581"/>
            <a:ext cx="184731" cy="523220"/>
          </a:xfrm>
          <a:prstGeom prst="rect">
            <a:avLst/>
          </a:prstGeom>
          <a:noFill/>
        </p:spPr>
        <p:txBody>
          <a:bodyPr wrap="none" rtlCol="0">
            <a:spAutoFit/>
          </a:bodyPr>
          <a:lstStyle/>
          <a:p>
            <a:endParaRPr lang="es-ES_tradnl" sz="2800" b="1" dirty="0">
              <a:solidFill>
                <a:schemeClr val="bg1"/>
              </a:solidFill>
              <a:ea typeface="Gungsuh" charset="-127"/>
              <a:cs typeface="Gungsuh" charset="-127"/>
            </a:endParaRPr>
          </a:p>
        </p:txBody>
      </p:sp>
      <p:sp>
        <p:nvSpPr>
          <p:cNvPr id="5" name="CuadroTexto 4">
            <a:extLst>
              <a:ext uri="{FF2B5EF4-FFF2-40B4-BE49-F238E27FC236}">
                <a16:creationId xmlns:a16="http://schemas.microsoft.com/office/drawing/2014/main" id="{F6A31DC0-467F-021B-7ECF-C55104EBC760}"/>
              </a:ext>
            </a:extLst>
          </p:cNvPr>
          <p:cNvSpPr txBox="1"/>
          <p:nvPr/>
        </p:nvSpPr>
        <p:spPr>
          <a:xfrm>
            <a:off x="108722" y="139834"/>
            <a:ext cx="2140651"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UI - Mockups</a:t>
            </a:r>
          </a:p>
        </p:txBody>
      </p:sp>
      <p:sp>
        <p:nvSpPr>
          <p:cNvPr id="4" name="CuadroTexto 3">
            <a:extLst>
              <a:ext uri="{FF2B5EF4-FFF2-40B4-BE49-F238E27FC236}">
                <a16:creationId xmlns:a16="http://schemas.microsoft.com/office/drawing/2014/main" id="{DA7D9596-2B4D-49D2-54C0-6DBC60267F67}"/>
              </a:ext>
            </a:extLst>
          </p:cNvPr>
          <p:cNvSpPr txBox="1"/>
          <p:nvPr/>
        </p:nvSpPr>
        <p:spPr>
          <a:xfrm>
            <a:off x="2272393" y="3244334"/>
            <a:ext cx="4588328" cy="369332"/>
          </a:xfrm>
          <a:prstGeom prst="rect">
            <a:avLst/>
          </a:prstGeom>
          <a:noFill/>
        </p:spPr>
        <p:txBody>
          <a:bodyPr wrap="square">
            <a:spAutoFit/>
          </a:bodyPr>
          <a:lstStyle/>
          <a:p>
            <a:endParaRPr lang="es-CL" dirty="0"/>
          </a:p>
        </p:txBody>
      </p:sp>
      <p:pic>
        <p:nvPicPr>
          <p:cNvPr id="1026" name="Picture 2" descr="Figma - Review 2025 - PCMag Australia">
            <a:extLst>
              <a:ext uri="{FF2B5EF4-FFF2-40B4-BE49-F238E27FC236}">
                <a16:creationId xmlns:a16="http://schemas.microsoft.com/office/drawing/2014/main" id="{33937ECF-32AF-BEFF-4B5D-A03FB2781DC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13" y="1118507"/>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16823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23203D0-ADFB-F5C8-0645-F6FB4D572626}"/>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D1404762-D911-AEE6-A049-82068EED0FAB}"/>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8D88E58B-1582-FD42-63AB-B5F10630C6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1B553E51-8D12-3A0E-6066-12FE21165CFD}"/>
              </a:ext>
            </a:extLst>
          </p:cNvPr>
          <p:cNvSpPr txBox="1"/>
          <p:nvPr/>
        </p:nvSpPr>
        <p:spPr>
          <a:xfrm>
            <a:off x="4016693" y="162581"/>
            <a:ext cx="184731" cy="523220"/>
          </a:xfrm>
          <a:prstGeom prst="rect">
            <a:avLst/>
          </a:prstGeom>
          <a:noFill/>
        </p:spPr>
        <p:txBody>
          <a:bodyPr wrap="none" rtlCol="0">
            <a:spAutoFit/>
          </a:bodyPr>
          <a:lstStyle/>
          <a:p>
            <a:endParaRPr lang="es-ES_tradnl" sz="2800" b="1" dirty="0">
              <a:solidFill>
                <a:schemeClr val="bg1"/>
              </a:solidFill>
              <a:ea typeface="Gungsuh" charset="-127"/>
              <a:cs typeface="Gungsuh" charset="-127"/>
            </a:endParaRPr>
          </a:p>
        </p:txBody>
      </p:sp>
      <p:sp>
        <p:nvSpPr>
          <p:cNvPr id="5" name="CuadroTexto 4">
            <a:extLst>
              <a:ext uri="{FF2B5EF4-FFF2-40B4-BE49-F238E27FC236}">
                <a16:creationId xmlns:a16="http://schemas.microsoft.com/office/drawing/2014/main" id="{CCC14C4B-A250-4B31-325C-C57FBCCDDBA1}"/>
              </a:ext>
            </a:extLst>
          </p:cNvPr>
          <p:cNvSpPr txBox="1"/>
          <p:nvPr/>
        </p:nvSpPr>
        <p:spPr>
          <a:xfrm>
            <a:off x="108722" y="139834"/>
            <a:ext cx="2369046"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UI - Estudiante</a:t>
            </a:r>
          </a:p>
        </p:txBody>
      </p:sp>
      <p:sp>
        <p:nvSpPr>
          <p:cNvPr id="4" name="CuadroTexto 3">
            <a:extLst>
              <a:ext uri="{FF2B5EF4-FFF2-40B4-BE49-F238E27FC236}">
                <a16:creationId xmlns:a16="http://schemas.microsoft.com/office/drawing/2014/main" id="{5A943D97-248F-1054-13D2-79D3D31C0F67}"/>
              </a:ext>
            </a:extLst>
          </p:cNvPr>
          <p:cNvSpPr txBox="1"/>
          <p:nvPr/>
        </p:nvSpPr>
        <p:spPr>
          <a:xfrm>
            <a:off x="2272393" y="3244334"/>
            <a:ext cx="4588328" cy="369332"/>
          </a:xfrm>
          <a:prstGeom prst="rect">
            <a:avLst/>
          </a:prstGeom>
          <a:noFill/>
        </p:spPr>
        <p:txBody>
          <a:bodyPr wrap="square">
            <a:spAutoFit/>
          </a:bodyPr>
          <a:lstStyle/>
          <a:p>
            <a:endParaRPr lang="es-CL" dirty="0"/>
          </a:p>
        </p:txBody>
      </p:sp>
      <p:pic>
        <p:nvPicPr>
          <p:cNvPr id="8" name="Imagen 7">
            <a:extLst>
              <a:ext uri="{FF2B5EF4-FFF2-40B4-BE49-F238E27FC236}">
                <a16:creationId xmlns:a16="http://schemas.microsoft.com/office/drawing/2014/main" id="{FD0F6D33-2D5C-FA80-E45E-78D1080B07B8}"/>
              </a:ext>
            </a:extLst>
          </p:cNvPr>
          <p:cNvPicPr>
            <a:picLocks noChangeAspect="1"/>
          </p:cNvPicPr>
          <p:nvPr/>
        </p:nvPicPr>
        <p:blipFill>
          <a:blip r:embed="rId5"/>
          <a:stretch>
            <a:fillRect/>
          </a:stretch>
        </p:blipFill>
        <p:spPr>
          <a:xfrm>
            <a:off x="829501" y="802887"/>
            <a:ext cx="7289390" cy="5845629"/>
          </a:xfrm>
          <a:prstGeom prst="rect">
            <a:avLst/>
          </a:prstGeom>
        </p:spPr>
      </p:pic>
    </p:spTree>
    <p:extLst>
      <p:ext uri="{BB962C8B-B14F-4D97-AF65-F5344CB8AC3E}">
        <p14:creationId xmlns:p14="http://schemas.microsoft.com/office/powerpoint/2010/main" val="32025516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FB2BF1-9907-1E21-55A8-225DEF8C60C2}"/>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FC06AB51-20D6-9791-F960-9935FC1CAAF0}"/>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CE957ABA-6416-D45A-4D66-D3F52482A8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8D5ECE5E-3AEF-B872-C8F3-05FB27314975}"/>
              </a:ext>
            </a:extLst>
          </p:cNvPr>
          <p:cNvSpPr txBox="1"/>
          <p:nvPr/>
        </p:nvSpPr>
        <p:spPr>
          <a:xfrm>
            <a:off x="4016693" y="162581"/>
            <a:ext cx="184731" cy="523220"/>
          </a:xfrm>
          <a:prstGeom prst="rect">
            <a:avLst/>
          </a:prstGeom>
          <a:noFill/>
        </p:spPr>
        <p:txBody>
          <a:bodyPr wrap="none" rtlCol="0">
            <a:spAutoFit/>
          </a:bodyPr>
          <a:lstStyle/>
          <a:p>
            <a:endParaRPr lang="es-ES_tradnl" sz="2800" b="1" dirty="0">
              <a:solidFill>
                <a:schemeClr val="bg1"/>
              </a:solidFill>
              <a:ea typeface="Gungsuh" charset="-127"/>
              <a:cs typeface="Gungsuh" charset="-127"/>
            </a:endParaRPr>
          </a:p>
        </p:txBody>
      </p:sp>
      <p:sp>
        <p:nvSpPr>
          <p:cNvPr id="5" name="CuadroTexto 4">
            <a:extLst>
              <a:ext uri="{FF2B5EF4-FFF2-40B4-BE49-F238E27FC236}">
                <a16:creationId xmlns:a16="http://schemas.microsoft.com/office/drawing/2014/main" id="{E9D1E6BC-C6A6-7EB6-50CE-EA079C881D74}"/>
              </a:ext>
            </a:extLst>
          </p:cNvPr>
          <p:cNvSpPr txBox="1"/>
          <p:nvPr/>
        </p:nvSpPr>
        <p:spPr>
          <a:xfrm>
            <a:off x="108722" y="139834"/>
            <a:ext cx="2369046"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UI - Estudiante</a:t>
            </a:r>
          </a:p>
        </p:txBody>
      </p:sp>
      <p:sp>
        <p:nvSpPr>
          <p:cNvPr id="4" name="CuadroTexto 3">
            <a:extLst>
              <a:ext uri="{FF2B5EF4-FFF2-40B4-BE49-F238E27FC236}">
                <a16:creationId xmlns:a16="http://schemas.microsoft.com/office/drawing/2014/main" id="{F5CADC5D-EC74-A622-5DB2-B2600A828F73}"/>
              </a:ext>
            </a:extLst>
          </p:cNvPr>
          <p:cNvSpPr txBox="1"/>
          <p:nvPr/>
        </p:nvSpPr>
        <p:spPr>
          <a:xfrm>
            <a:off x="2272393" y="2090449"/>
            <a:ext cx="4588328" cy="369332"/>
          </a:xfrm>
          <a:prstGeom prst="rect">
            <a:avLst/>
          </a:prstGeom>
          <a:noFill/>
        </p:spPr>
        <p:txBody>
          <a:bodyPr wrap="square">
            <a:spAutoFit/>
          </a:bodyPr>
          <a:lstStyle/>
          <a:p>
            <a:endParaRPr lang="es-CL" dirty="0"/>
          </a:p>
        </p:txBody>
      </p:sp>
      <p:pic>
        <p:nvPicPr>
          <p:cNvPr id="10" name="Imagen 9">
            <a:extLst>
              <a:ext uri="{FF2B5EF4-FFF2-40B4-BE49-F238E27FC236}">
                <a16:creationId xmlns:a16="http://schemas.microsoft.com/office/drawing/2014/main" id="{D6AE71BD-AE8F-FA8F-E9CC-312C8C08839E}"/>
              </a:ext>
            </a:extLst>
          </p:cNvPr>
          <p:cNvPicPr>
            <a:picLocks noChangeAspect="1"/>
          </p:cNvPicPr>
          <p:nvPr/>
        </p:nvPicPr>
        <p:blipFill>
          <a:blip r:embed="rId5"/>
          <a:stretch>
            <a:fillRect/>
          </a:stretch>
        </p:blipFill>
        <p:spPr>
          <a:xfrm>
            <a:off x="5027721" y="1121230"/>
            <a:ext cx="3647930" cy="2180432"/>
          </a:xfrm>
          <a:prstGeom prst="rect">
            <a:avLst/>
          </a:prstGeom>
        </p:spPr>
      </p:pic>
      <p:cxnSp>
        <p:nvCxnSpPr>
          <p:cNvPr id="12" name="Conector: angular 11">
            <a:extLst>
              <a:ext uri="{FF2B5EF4-FFF2-40B4-BE49-F238E27FC236}">
                <a16:creationId xmlns:a16="http://schemas.microsoft.com/office/drawing/2014/main" id="{B28F1918-7E55-1D8B-CCFD-435C8366AF28}"/>
              </a:ext>
            </a:extLst>
          </p:cNvPr>
          <p:cNvCxnSpPr>
            <a:cxnSpLocks/>
          </p:cNvCxnSpPr>
          <p:nvPr/>
        </p:nvCxnSpPr>
        <p:spPr>
          <a:xfrm flipV="1">
            <a:off x="3675193" y="2534727"/>
            <a:ext cx="1359751" cy="89427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pic>
        <p:nvPicPr>
          <p:cNvPr id="18" name="Imagen 17">
            <a:extLst>
              <a:ext uri="{FF2B5EF4-FFF2-40B4-BE49-F238E27FC236}">
                <a16:creationId xmlns:a16="http://schemas.microsoft.com/office/drawing/2014/main" id="{8C5BEA64-47BA-3233-5B9B-4F896F079D3C}"/>
              </a:ext>
            </a:extLst>
          </p:cNvPr>
          <p:cNvPicPr>
            <a:picLocks noChangeAspect="1"/>
          </p:cNvPicPr>
          <p:nvPr/>
        </p:nvPicPr>
        <p:blipFill>
          <a:blip r:embed="rId6"/>
          <a:stretch>
            <a:fillRect/>
          </a:stretch>
        </p:blipFill>
        <p:spPr>
          <a:xfrm>
            <a:off x="5118989" y="4866482"/>
            <a:ext cx="3197035" cy="721360"/>
          </a:xfrm>
          <a:prstGeom prst="rect">
            <a:avLst/>
          </a:prstGeom>
        </p:spPr>
      </p:pic>
      <p:cxnSp>
        <p:nvCxnSpPr>
          <p:cNvPr id="20" name="Conector: angular 19">
            <a:extLst>
              <a:ext uri="{FF2B5EF4-FFF2-40B4-BE49-F238E27FC236}">
                <a16:creationId xmlns:a16="http://schemas.microsoft.com/office/drawing/2014/main" id="{8277FC3C-3BE7-99E4-5E99-742EA5F43B8D}"/>
              </a:ext>
            </a:extLst>
          </p:cNvPr>
          <p:cNvCxnSpPr>
            <a:cxnSpLocks/>
            <a:endCxn id="18" idx="1"/>
          </p:cNvCxnSpPr>
          <p:nvPr/>
        </p:nvCxnSpPr>
        <p:spPr>
          <a:xfrm flipV="1">
            <a:off x="3396343" y="5227162"/>
            <a:ext cx="1722646" cy="30975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pic>
        <p:nvPicPr>
          <p:cNvPr id="6" name="Imagen 5">
            <a:extLst>
              <a:ext uri="{FF2B5EF4-FFF2-40B4-BE49-F238E27FC236}">
                <a16:creationId xmlns:a16="http://schemas.microsoft.com/office/drawing/2014/main" id="{9E9786FD-A045-0ED6-41C2-E2736F701562}"/>
              </a:ext>
            </a:extLst>
          </p:cNvPr>
          <p:cNvPicPr>
            <a:picLocks noChangeAspect="1"/>
          </p:cNvPicPr>
          <p:nvPr/>
        </p:nvPicPr>
        <p:blipFill>
          <a:blip r:embed="rId7"/>
          <a:stretch>
            <a:fillRect/>
          </a:stretch>
        </p:blipFill>
        <p:spPr>
          <a:xfrm>
            <a:off x="792408" y="874593"/>
            <a:ext cx="2981741" cy="2972215"/>
          </a:xfrm>
          <a:prstGeom prst="rect">
            <a:avLst/>
          </a:prstGeom>
        </p:spPr>
      </p:pic>
      <p:pic>
        <p:nvPicPr>
          <p:cNvPr id="11" name="Imagen 10">
            <a:extLst>
              <a:ext uri="{FF2B5EF4-FFF2-40B4-BE49-F238E27FC236}">
                <a16:creationId xmlns:a16="http://schemas.microsoft.com/office/drawing/2014/main" id="{B11730A7-506C-9BA9-E371-BA1B1970B40D}"/>
              </a:ext>
            </a:extLst>
          </p:cNvPr>
          <p:cNvPicPr>
            <a:picLocks noChangeAspect="1"/>
          </p:cNvPicPr>
          <p:nvPr/>
        </p:nvPicPr>
        <p:blipFill>
          <a:blip r:embed="rId8"/>
          <a:stretch>
            <a:fillRect/>
          </a:stretch>
        </p:blipFill>
        <p:spPr>
          <a:xfrm>
            <a:off x="1033047" y="3963286"/>
            <a:ext cx="2363296" cy="2837510"/>
          </a:xfrm>
          <a:prstGeom prst="rect">
            <a:avLst/>
          </a:prstGeom>
        </p:spPr>
      </p:pic>
    </p:spTree>
    <p:extLst>
      <p:ext uri="{BB962C8B-B14F-4D97-AF65-F5344CB8AC3E}">
        <p14:creationId xmlns:p14="http://schemas.microsoft.com/office/powerpoint/2010/main" val="40121684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EB170AD-DBD7-C6E1-998B-C8560B89E41B}"/>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3920CF11-385D-85DB-8ED6-6B8A85CF61D5}"/>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88244F5C-3076-196F-153D-0C560901A1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AE96CFB5-05D8-0F12-E79E-CC6D4A14F01B}"/>
              </a:ext>
            </a:extLst>
          </p:cNvPr>
          <p:cNvSpPr txBox="1"/>
          <p:nvPr/>
        </p:nvSpPr>
        <p:spPr>
          <a:xfrm>
            <a:off x="4016693" y="162581"/>
            <a:ext cx="184731" cy="523220"/>
          </a:xfrm>
          <a:prstGeom prst="rect">
            <a:avLst/>
          </a:prstGeom>
          <a:noFill/>
        </p:spPr>
        <p:txBody>
          <a:bodyPr wrap="none" rtlCol="0">
            <a:spAutoFit/>
          </a:bodyPr>
          <a:lstStyle/>
          <a:p>
            <a:endParaRPr lang="es-ES_tradnl" sz="2800" b="1" dirty="0">
              <a:solidFill>
                <a:schemeClr val="bg1"/>
              </a:solidFill>
              <a:ea typeface="Gungsuh" charset="-127"/>
              <a:cs typeface="Gungsuh" charset="-127"/>
            </a:endParaRPr>
          </a:p>
        </p:txBody>
      </p:sp>
      <p:sp>
        <p:nvSpPr>
          <p:cNvPr id="5" name="CuadroTexto 4">
            <a:extLst>
              <a:ext uri="{FF2B5EF4-FFF2-40B4-BE49-F238E27FC236}">
                <a16:creationId xmlns:a16="http://schemas.microsoft.com/office/drawing/2014/main" id="{3AFE8E70-24FB-9133-0BBB-9F0F7315078F}"/>
              </a:ext>
            </a:extLst>
          </p:cNvPr>
          <p:cNvSpPr txBox="1"/>
          <p:nvPr/>
        </p:nvSpPr>
        <p:spPr>
          <a:xfrm>
            <a:off x="108722" y="139834"/>
            <a:ext cx="2448234"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UI - Apoderado</a:t>
            </a:r>
          </a:p>
        </p:txBody>
      </p:sp>
      <p:sp>
        <p:nvSpPr>
          <p:cNvPr id="4" name="CuadroTexto 3">
            <a:extLst>
              <a:ext uri="{FF2B5EF4-FFF2-40B4-BE49-F238E27FC236}">
                <a16:creationId xmlns:a16="http://schemas.microsoft.com/office/drawing/2014/main" id="{0289AF2B-5816-2AF0-CF28-DC3A8687B28A}"/>
              </a:ext>
            </a:extLst>
          </p:cNvPr>
          <p:cNvSpPr txBox="1"/>
          <p:nvPr/>
        </p:nvSpPr>
        <p:spPr>
          <a:xfrm>
            <a:off x="2272393" y="3244334"/>
            <a:ext cx="4588328" cy="369332"/>
          </a:xfrm>
          <a:prstGeom prst="rect">
            <a:avLst/>
          </a:prstGeom>
          <a:noFill/>
        </p:spPr>
        <p:txBody>
          <a:bodyPr wrap="square">
            <a:spAutoFit/>
          </a:bodyPr>
          <a:lstStyle/>
          <a:p>
            <a:endParaRPr lang="es-CL" dirty="0"/>
          </a:p>
        </p:txBody>
      </p:sp>
      <p:pic>
        <p:nvPicPr>
          <p:cNvPr id="6" name="Imagen 5">
            <a:extLst>
              <a:ext uri="{FF2B5EF4-FFF2-40B4-BE49-F238E27FC236}">
                <a16:creationId xmlns:a16="http://schemas.microsoft.com/office/drawing/2014/main" id="{5683BF10-18BA-963C-57A3-3BD861106D22}"/>
              </a:ext>
            </a:extLst>
          </p:cNvPr>
          <p:cNvPicPr>
            <a:picLocks noChangeAspect="1"/>
          </p:cNvPicPr>
          <p:nvPr/>
        </p:nvPicPr>
        <p:blipFill>
          <a:blip r:embed="rId5"/>
          <a:stretch>
            <a:fillRect/>
          </a:stretch>
        </p:blipFill>
        <p:spPr>
          <a:xfrm>
            <a:off x="763125" y="2434063"/>
            <a:ext cx="2759571" cy="2798547"/>
          </a:xfrm>
          <a:prstGeom prst="rect">
            <a:avLst/>
          </a:prstGeom>
        </p:spPr>
      </p:pic>
      <p:pic>
        <p:nvPicPr>
          <p:cNvPr id="15" name="Imagen 14">
            <a:extLst>
              <a:ext uri="{FF2B5EF4-FFF2-40B4-BE49-F238E27FC236}">
                <a16:creationId xmlns:a16="http://schemas.microsoft.com/office/drawing/2014/main" id="{D5411333-B5B7-2B74-1AAA-3CFA32C7CDF5}"/>
              </a:ext>
            </a:extLst>
          </p:cNvPr>
          <p:cNvPicPr>
            <a:picLocks noChangeAspect="1"/>
          </p:cNvPicPr>
          <p:nvPr/>
        </p:nvPicPr>
        <p:blipFill>
          <a:blip r:embed="rId6"/>
          <a:stretch>
            <a:fillRect/>
          </a:stretch>
        </p:blipFill>
        <p:spPr>
          <a:xfrm>
            <a:off x="4942611" y="902267"/>
            <a:ext cx="2759572" cy="5955733"/>
          </a:xfrm>
          <a:prstGeom prst="rect">
            <a:avLst/>
          </a:prstGeom>
        </p:spPr>
      </p:pic>
    </p:spTree>
    <p:extLst>
      <p:ext uri="{BB962C8B-B14F-4D97-AF65-F5344CB8AC3E}">
        <p14:creationId xmlns:p14="http://schemas.microsoft.com/office/powerpoint/2010/main" val="29023388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B0915A-B4CE-574F-3F6A-3F3F023318E1}"/>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E6257603-5055-AA17-6D6B-778A57981BE2}"/>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E38F1C92-AB15-3E60-3A50-835C9E40FE0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B6869494-DDDA-0124-8CAB-59804F2938F3}"/>
              </a:ext>
            </a:extLst>
          </p:cNvPr>
          <p:cNvSpPr txBox="1"/>
          <p:nvPr/>
        </p:nvSpPr>
        <p:spPr>
          <a:xfrm>
            <a:off x="4016693" y="162581"/>
            <a:ext cx="184731" cy="523220"/>
          </a:xfrm>
          <a:prstGeom prst="rect">
            <a:avLst/>
          </a:prstGeom>
          <a:noFill/>
        </p:spPr>
        <p:txBody>
          <a:bodyPr wrap="none" rtlCol="0">
            <a:spAutoFit/>
          </a:bodyPr>
          <a:lstStyle/>
          <a:p>
            <a:endParaRPr lang="es-ES_tradnl" sz="2800" b="1" dirty="0">
              <a:solidFill>
                <a:schemeClr val="bg1"/>
              </a:solidFill>
              <a:ea typeface="Gungsuh" charset="-127"/>
              <a:cs typeface="Gungsuh" charset="-127"/>
            </a:endParaRPr>
          </a:p>
        </p:txBody>
      </p:sp>
      <p:sp>
        <p:nvSpPr>
          <p:cNvPr id="5" name="CuadroTexto 4">
            <a:extLst>
              <a:ext uri="{FF2B5EF4-FFF2-40B4-BE49-F238E27FC236}">
                <a16:creationId xmlns:a16="http://schemas.microsoft.com/office/drawing/2014/main" id="{C1851AE4-16CD-CEE7-BFA3-B07880482115}"/>
              </a:ext>
            </a:extLst>
          </p:cNvPr>
          <p:cNvSpPr txBox="1"/>
          <p:nvPr/>
        </p:nvSpPr>
        <p:spPr>
          <a:xfrm>
            <a:off x="108722" y="139834"/>
            <a:ext cx="2448234"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UI - Apoderado</a:t>
            </a:r>
          </a:p>
        </p:txBody>
      </p:sp>
      <p:sp>
        <p:nvSpPr>
          <p:cNvPr id="4" name="CuadroTexto 3">
            <a:extLst>
              <a:ext uri="{FF2B5EF4-FFF2-40B4-BE49-F238E27FC236}">
                <a16:creationId xmlns:a16="http://schemas.microsoft.com/office/drawing/2014/main" id="{B4B40D9E-0B17-7E15-CA0E-BD51A4C1BD60}"/>
              </a:ext>
            </a:extLst>
          </p:cNvPr>
          <p:cNvSpPr txBox="1"/>
          <p:nvPr/>
        </p:nvSpPr>
        <p:spPr>
          <a:xfrm>
            <a:off x="2272393" y="3244334"/>
            <a:ext cx="4588328" cy="369332"/>
          </a:xfrm>
          <a:prstGeom prst="rect">
            <a:avLst/>
          </a:prstGeom>
          <a:noFill/>
        </p:spPr>
        <p:txBody>
          <a:bodyPr wrap="square">
            <a:spAutoFit/>
          </a:bodyPr>
          <a:lstStyle/>
          <a:p>
            <a:endParaRPr lang="es-CL" dirty="0"/>
          </a:p>
        </p:txBody>
      </p:sp>
      <p:pic>
        <p:nvPicPr>
          <p:cNvPr id="13" name="Imagen 12">
            <a:extLst>
              <a:ext uri="{FF2B5EF4-FFF2-40B4-BE49-F238E27FC236}">
                <a16:creationId xmlns:a16="http://schemas.microsoft.com/office/drawing/2014/main" id="{D889CC91-310D-8D8C-9DE6-7E4D7B7D2CDF}"/>
              </a:ext>
            </a:extLst>
          </p:cNvPr>
          <p:cNvPicPr>
            <a:picLocks noChangeAspect="1"/>
          </p:cNvPicPr>
          <p:nvPr/>
        </p:nvPicPr>
        <p:blipFill>
          <a:blip r:embed="rId5"/>
          <a:stretch>
            <a:fillRect/>
          </a:stretch>
        </p:blipFill>
        <p:spPr>
          <a:xfrm>
            <a:off x="4910410" y="3109868"/>
            <a:ext cx="3962953" cy="638264"/>
          </a:xfrm>
          <a:prstGeom prst="rect">
            <a:avLst/>
          </a:prstGeom>
        </p:spPr>
      </p:pic>
      <p:pic>
        <p:nvPicPr>
          <p:cNvPr id="8" name="Imagen 7">
            <a:extLst>
              <a:ext uri="{FF2B5EF4-FFF2-40B4-BE49-F238E27FC236}">
                <a16:creationId xmlns:a16="http://schemas.microsoft.com/office/drawing/2014/main" id="{022F4C65-515F-B26E-F169-66E8DC90C4B4}"/>
              </a:ext>
            </a:extLst>
          </p:cNvPr>
          <p:cNvPicPr>
            <a:picLocks noChangeAspect="1"/>
          </p:cNvPicPr>
          <p:nvPr/>
        </p:nvPicPr>
        <p:blipFill>
          <a:blip r:embed="rId6"/>
          <a:stretch>
            <a:fillRect/>
          </a:stretch>
        </p:blipFill>
        <p:spPr>
          <a:xfrm>
            <a:off x="794586" y="1102122"/>
            <a:ext cx="3439005" cy="2257740"/>
          </a:xfrm>
          <a:prstGeom prst="rect">
            <a:avLst/>
          </a:prstGeom>
        </p:spPr>
      </p:pic>
      <p:pic>
        <p:nvPicPr>
          <p:cNvPr id="10" name="Imagen 9">
            <a:extLst>
              <a:ext uri="{FF2B5EF4-FFF2-40B4-BE49-F238E27FC236}">
                <a16:creationId xmlns:a16="http://schemas.microsoft.com/office/drawing/2014/main" id="{DCD902CA-4775-E3B3-2563-192D8611B200}"/>
              </a:ext>
            </a:extLst>
          </p:cNvPr>
          <p:cNvPicPr>
            <a:picLocks noChangeAspect="1"/>
          </p:cNvPicPr>
          <p:nvPr/>
        </p:nvPicPr>
        <p:blipFill>
          <a:blip r:embed="rId7"/>
          <a:stretch>
            <a:fillRect/>
          </a:stretch>
        </p:blipFill>
        <p:spPr>
          <a:xfrm>
            <a:off x="5210441" y="4245565"/>
            <a:ext cx="3105583" cy="1991003"/>
          </a:xfrm>
          <a:prstGeom prst="rect">
            <a:avLst/>
          </a:prstGeom>
        </p:spPr>
      </p:pic>
      <p:pic>
        <p:nvPicPr>
          <p:cNvPr id="14" name="Imagen 13">
            <a:extLst>
              <a:ext uri="{FF2B5EF4-FFF2-40B4-BE49-F238E27FC236}">
                <a16:creationId xmlns:a16="http://schemas.microsoft.com/office/drawing/2014/main" id="{89BA0388-23B0-5D1D-A9F2-CED9C8770ACF}"/>
              </a:ext>
            </a:extLst>
          </p:cNvPr>
          <p:cNvPicPr>
            <a:picLocks noChangeAspect="1"/>
          </p:cNvPicPr>
          <p:nvPr/>
        </p:nvPicPr>
        <p:blipFill>
          <a:blip r:embed="rId8"/>
          <a:stretch>
            <a:fillRect/>
          </a:stretch>
        </p:blipFill>
        <p:spPr>
          <a:xfrm>
            <a:off x="1163560" y="3494328"/>
            <a:ext cx="2701056" cy="3135154"/>
          </a:xfrm>
          <a:prstGeom prst="rect">
            <a:avLst/>
          </a:prstGeom>
        </p:spPr>
      </p:pic>
    </p:spTree>
    <p:extLst>
      <p:ext uri="{BB962C8B-B14F-4D97-AF65-F5344CB8AC3E}">
        <p14:creationId xmlns:p14="http://schemas.microsoft.com/office/powerpoint/2010/main" val="6287867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243FC2F-7B85-1379-EEC4-CD0C7C48B679}"/>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AD686085-24C5-919F-104F-BB44E095F031}"/>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6B567DBC-A94C-3F81-7FE6-7EFBAA5F2D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869ADC25-969A-90EB-CAD1-152D0D907C3E}"/>
              </a:ext>
            </a:extLst>
          </p:cNvPr>
          <p:cNvSpPr txBox="1"/>
          <p:nvPr/>
        </p:nvSpPr>
        <p:spPr>
          <a:xfrm>
            <a:off x="4016693" y="162581"/>
            <a:ext cx="184731" cy="523220"/>
          </a:xfrm>
          <a:prstGeom prst="rect">
            <a:avLst/>
          </a:prstGeom>
          <a:noFill/>
        </p:spPr>
        <p:txBody>
          <a:bodyPr wrap="none" rtlCol="0">
            <a:spAutoFit/>
          </a:bodyPr>
          <a:lstStyle/>
          <a:p>
            <a:endParaRPr lang="es-ES_tradnl" sz="2800" b="1" dirty="0">
              <a:solidFill>
                <a:schemeClr val="bg1"/>
              </a:solidFill>
              <a:ea typeface="Gungsuh" charset="-127"/>
              <a:cs typeface="Gungsuh" charset="-127"/>
            </a:endParaRPr>
          </a:p>
        </p:txBody>
      </p:sp>
      <p:sp>
        <p:nvSpPr>
          <p:cNvPr id="5" name="CuadroTexto 4">
            <a:extLst>
              <a:ext uri="{FF2B5EF4-FFF2-40B4-BE49-F238E27FC236}">
                <a16:creationId xmlns:a16="http://schemas.microsoft.com/office/drawing/2014/main" id="{65E2446E-F3D1-D3DB-B88E-CDFF4E01CE1C}"/>
              </a:ext>
            </a:extLst>
          </p:cNvPr>
          <p:cNvSpPr txBox="1"/>
          <p:nvPr/>
        </p:nvSpPr>
        <p:spPr>
          <a:xfrm>
            <a:off x="108722" y="139834"/>
            <a:ext cx="2990562"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UI - Administrativo</a:t>
            </a:r>
          </a:p>
        </p:txBody>
      </p:sp>
      <p:sp>
        <p:nvSpPr>
          <p:cNvPr id="4" name="CuadroTexto 3">
            <a:extLst>
              <a:ext uri="{FF2B5EF4-FFF2-40B4-BE49-F238E27FC236}">
                <a16:creationId xmlns:a16="http://schemas.microsoft.com/office/drawing/2014/main" id="{E94B4C57-5D1C-9D98-71E3-AE63C7F12FC9}"/>
              </a:ext>
            </a:extLst>
          </p:cNvPr>
          <p:cNvSpPr txBox="1"/>
          <p:nvPr/>
        </p:nvSpPr>
        <p:spPr>
          <a:xfrm>
            <a:off x="2272393" y="3244334"/>
            <a:ext cx="4588328" cy="369332"/>
          </a:xfrm>
          <a:prstGeom prst="rect">
            <a:avLst/>
          </a:prstGeom>
          <a:noFill/>
        </p:spPr>
        <p:txBody>
          <a:bodyPr wrap="square">
            <a:spAutoFit/>
          </a:bodyPr>
          <a:lstStyle/>
          <a:p>
            <a:endParaRPr lang="es-CL" dirty="0"/>
          </a:p>
        </p:txBody>
      </p:sp>
      <p:pic>
        <p:nvPicPr>
          <p:cNvPr id="6" name="Imagen 5">
            <a:extLst>
              <a:ext uri="{FF2B5EF4-FFF2-40B4-BE49-F238E27FC236}">
                <a16:creationId xmlns:a16="http://schemas.microsoft.com/office/drawing/2014/main" id="{132DEA6C-98CC-4698-421A-10FDE0CB48EF}"/>
              </a:ext>
            </a:extLst>
          </p:cNvPr>
          <p:cNvPicPr>
            <a:picLocks noChangeAspect="1"/>
          </p:cNvPicPr>
          <p:nvPr/>
        </p:nvPicPr>
        <p:blipFill>
          <a:blip r:embed="rId5"/>
          <a:stretch>
            <a:fillRect/>
          </a:stretch>
        </p:blipFill>
        <p:spPr>
          <a:xfrm>
            <a:off x="0" y="965467"/>
            <a:ext cx="9144000" cy="5879487"/>
          </a:xfrm>
          <a:prstGeom prst="rect">
            <a:avLst/>
          </a:prstGeom>
        </p:spPr>
      </p:pic>
    </p:spTree>
    <p:extLst>
      <p:ext uri="{BB962C8B-B14F-4D97-AF65-F5344CB8AC3E}">
        <p14:creationId xmlns:p14="http://schemas.microsoft.com/office/powerpoint/2010/main" val="19878305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FBEE07-9022-4B39-4CE2-4AD7EBE6DCBC}"/>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70F13233-AE70-66EF-78F9-EDF22C6A1449}"/>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9BB9B0DD-8EB8-3E65-DC84-3E707903E0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62C7ABAE-541D-B6F2-8DB4-4021547B1C30}"/>
              </a:ext>
            </a:extLst>
          </p:cNvPr>
          <p:cNvSpPr txBox="1"/>
          <p:nvPr/>
        </p:nvSpPr>
        <p:spPr>
          <a:xfrm>
            <a:off x="4016693" y="162581"/>
            <a:ext cx="184731" cy="523220"/>
          </a:xfrm>
          <a:prstGeom prst="rect">
            <a:avLst/>
          </a:prstGeom>
          <a:noFill/>
        </p:spPr>
        <p:txBody>
          <a:bodyPr wrap="none" rtlCol="0">
            <a:spAutoFit/>
          </a:bodyPr>
          <a:lstStyle/>
          <a:p>
            <a:endParaRPr lang="es-ES_tradnl" sz="2800" b="1" dirty="0">
              <a:solidFill>
                <a:schemeClr val="bg1"/>
              </a:solidFill>
              <a:ea typeface="Gungsuh" charset="-127"/>
              <a:cs typeface="Gungsuh" charset="-127"/>
            </a:endParaRPr>
          </a:p>
        </p:txBody>
      </p:sp>
      <p:sp>
        <p:nvSpPr>
          <p:cNvPr id="5" name="CuadroTexto 4">
            <a:extLst>
              <a:ext uri="{FF2B5EF4-FFF2-40B4-BE49-F238E27FC236}">
                <a16:creationId xmlns:a16="http://schemas.microsoft.com/office/drawing/2014/main" id="{1DAFF865-FCDC-F3D1-8822-514EBA244EE9}"/>
              </a:ext>
            </a:extLst>
          </p:cNvPr>
          <p:cNvSpPr txBox="1"/>
          <p:nvPr/>
        </p:nvSpPr>
        <p:spPr>
          <a:xfrm>
            <a:off x="108722" y="139834"/>
            <a:ext cx="2990562"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UI - Administrativo</a:t>
            </a:r>
          </a:p>
        </p:txBody>
      </p:sp>
      <p:sp>
        <p:nvSpPr>
          <p:cNvPr id="4" name="CuadroTexto 3">
            <a:extLst>
              <a:ext uri="{FF2B5EF4-FFF2-40B4-BE49-F238E27FC236}">
                <a16:creationId xmlns:a16="http://schemas.microsoft.com/office/drawing/2014/main" id="{EFBA6842-D21C-F10F-31EB-EA4BCD32BCBF}"/>
              </a:ext>
            </a:extLst>
          </p:cNvPr>
          <p:cNvSpPr txBox="1"/>
          <p:nvPr/>
        </p:nvSpPr>
        <p:spPr>
          <a:xfrm>
            <a:off x="2272393" y="3244334"/>
            <a:ext cx="4588328" cy="369332"/>
          </a:xfrm>
          <a:prstGeom prst="rect">
            <a:avLst/>
          </a:prstGeom>
          <a:noFill/>
        </p:spPr>
        <p:txBody>
          <a:bodyPr wrap="square">
            <a:spAutoFit/>
          </a:bodyPr>
          <a:lstStyle/>
          <a:p>
            <a:endParaRPr lang="es-CL" dirty="0"/>
          </a:p>
        </p:txBody>
      </p:sp>
      <p:pic>
        <p:nvPicPr>
          <p:cNvPr id="6" name="Imagen 5">
            <a:extLst>
              <a:ext uri="{FF2B5EF4-FFF2-40B4-BE49-F238E27FC236}">
                <a16:creationId xmlns:a16="http://schemas.microsoft.com/office/drawing/2014/main" id="{0457372A-B275-2932-7B74-80C3C0A46778}"/>
              </a:ext>
            </a:extLst>
          </p:cNvPr>
          <p:cNvPicPr>
            <a:picLocks noChangeAspect="1"/>
          </p:cNvPicPr>
          <p:nvPr/>
        </p:nvPicPr>
        <p:blipFill>
          <a:blip r:embed="rId5"/>
          <a:stretch>
            <a:fillRect/>
          </a:stretch>
        </p:blipFill>
        <p:spPr>
          <a:xfrm>
            <a:off x="471063" y="1153534"/>
            <a:ext cx="8310459" cy="5410552"/>
          </a:xfrm>
          <a:prstGeom prst="rect">
            <a:avLst/>
          </a:prstGeom>
        </p:spPr>
      </p:pic>
    </p:spTree>
    <p:extLst>
      <p:ext uri="{BB962C8B-B14F-4D97-AF65-F5344CB8AC3E}">
        <p14:creationId xmlns:p14="http://schemas.microsoft.com/office/powerpoint/2010/main" val="23044659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E8B99E8-D4F1-46CC-E146-CE25F506AC95}"/>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848C0E6D-61EA-27B7-928A-165A3E1B6BF5}"/>
              </a:ext>
            </a:extLst>
          </p:cNvPr>
          <p:cNvPicPr>
            <a:picLocks noChangeAspect="1"/>
          </p:cNvPicPr>
          <p:nvPr/>
        </p:nvPicPr>
        <p:blipFill rotWithShape="1">
          <a:blip r:embed="rId3">
            <a:extLst>
              <a:ext uri="{28A0092B-C50C-407E-A947-70E740481C1C}">
                <a14:useLocalDpi xmlns:a14="http://schemas.microsoft.com/office/drawing/2010/main" val="0"/>
              </a:ext>
            </a:extLst>
          </a:blip>
          <a:srcRect l="-153" t="20538" r="153" b="51651"/>
          <a:stretch/>
        </p:blipFill>
        <p:spPr>
          <a:xfrm>
            <a:off x="-14013" y="1"/>
            <a:ext cx="9172026" cy="802886"/>
          </a:xfrm>
          <a:prstGeom prst="rect">
            <a:avLst/>
          </a:prstGeom>
        </p:spPr>
      </p:pic>
      <p:pic>
        <p:nvPicPr>
          <p:cNvPr id="2" name="Imagen 1">
            <a:extLst>
              <a:ext uri="{FF2B5EF4-FFF2-40B4-BE49-F238E27FC236}">
                <a16:creationId xmlns:a16="http://schemas.microsoft.com/office/drawing/2014/main" id="{8B6D1562-9F86-33ED-6CB4-213C19FA2F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6024" y="89553"/>
            <a:ext cx="719254" cy="600029"/>
          </a:xfrm>
          <a:prstGeom prst="rect">
            <a:avLst/>
          </a:prstGeom>
        </p:spPr>
      </p:pic>
      <p:sp>
        <p:nvSpPr>
          <p:cNvPr id="17" name="CuadroTexto 16">
            <a:extLst>
              <a:ext uri="{FF2B5EF4-FFF2-40B4-BE49-F238E27FC236}">
                <a16:creationId xmlns:a16="http://schemas.microsoft.com/office/drawing/2014/main" id="{EAD4FFD0-CE12-52D2-B55E-AC384B38B246}"/>
              </a:ext>
            </a:extLst>
          </p:cNvPr>
          <p:cNvSpPr txBox="1"/>
          <p:nvPr/>
        </p:nvSpPr>
        <p:spPr>
          <a:xfrm>
            <a:off x="4016693" y="162581"/>
            <a:ext cx="184731" cy="523220"/>
          </a:xfrm>
          <a:prstGeom prst="rect">
            <a:avLst/>
          </a:prstGeom>
          <a:noFill/>
        </p:spPr>
        <p:txBody>
          <a:bodyPr wrap="none" rtlCol="0">
            <a:spAutoFit/>
          </a:bodyPr>
          <a:lstStyle/>
          <a:p>
            <a:endParaRPr lang="es-ES_tradnl" sz="2800" b="1" dirty="0">
              <a:solidFill>
                <a:schemeClr val="bg1"/>
              </a:solidFill>
              <a:ea typeface="Gungsuh" charset="-127"/>
              <a:cs typeface="Gungsuh" charset="-127"/>
            </a:endParaRPr>
          </a:p>
        </p:txBody>
      </p:sp>
      <p:sp>
        <p:nvSpPr>
          <p:cNvPr id="5" name="CuadroTexto 4">
            <a:extLst>
              <a:ext uri="{FF2B5EF4-FFF2-40B4-BE49-F238E27FC236}">
                <a16:creationId xmlns:a16="http://schemas.microsoft.com/office/drawing/2014/main" id="{34A897A9-8E3E-CA60-1010-1F38B5911946}"/>
              </a:ext>
            </a:extLst>
          </p:cNvPr>
          <p:cNvSpPr txBox="1"/>
          <p:nvPr/>
        </p:nvSpPr>
        <p:spPr>
          <a:xfrm>
            <a:off x="108722" y="139834"/>
            <a:ext cx="1806905" cy="523220"/>
          </a:xfrm>
          <a:prstGeom prst="rect">
            <a:avLst/>
          </a:prstGeom>
          <a:noFill/>
        </p:spPr>
        <p:txBody>
          <a:bodyPr wrap="none" rtlCol="0">
            <a:spAutoFit/>
          </a:bodyPr>
          <a:lstStyle/>
          <a:p>
            <a:r>
              <a:rPr lang="es-ES_tradnl" sz="2800" b="1" dirty="0">
                <a:solidFill>
                  <a:schemeClr val="bg1"/>
                </a:solidFill>
                <a:ea typeface="Gungsuh" charset="-127"/>
                <a:cs typeface="Gungsuh" charset="-127"/>
              </a:rPr>
              <a:t>Conclusión</a:t>
            </a:r>
          </a:p>
        </p:txBody>
      </p:sp>
      <p:sp>
        <p:nvSpPr>
          <p:cNvPr id="4" name="CuadroTexto 3">
            <a:extLst>
              <a:ext uri="{FF2B5EF4-FFF2-40B4-BE49-F238E27FC236}">
                <a16:creationId xmlns:a16="http://schemas.microsoft.com/office/drawing/2014/main" id="{9A0A70D4-A400-5F03-411F-8DE556688AB2}"/>
              </a:ext>
            </a:extLst>
          </p:cNvPr>
          <p:cNvSpPr txBox="1"/>
          <p:nvPr/>
        </p:nvSpPr>
        <p:spPr>
          <a:xfrm>
            <a:off x="2272393" y="3244334"/>
            <a:ext cx="4588328" cy="369332"/>
          </a:xfrm>
          <a:prstGeom prst="rect">
            <a:avLst/>
          </a:prstGeom>
          <a:noFill/>
        </p:spPr>
        <p:txBody>
          <a:bodyPr wrap="square">
            <a:spAutoFit/>
          </a:bodyPr>
          <a:lstStyle/>
          <a:p>
            <a:endParaRPr lang="es-CL" dirty="0"/>
          </a:p>
        </p:txBody>
      </p:sp>
      <p:sp>
        <p:nvSpPr>
          <p:cNvPr id="8" name="CuadroTexto 7">
            <a:extLst>
              <a:ext uri="{FF2B5EF4-FFF2-40B4-BE49-F238E27FC236}">
                <a16:creationId xmlns:a16="http://schemas.microsoft.com/office/drawing/2014/main" id="{8A2B0E93-65C8-7454-F6E3-1D37273D2F8D}"/>
              </a:ext>
            </a:extLst>
          </p:cNvPr>
          <p:cNvSpPr txBox="1"/>
          <p:nvPr/>
        </p:nvSpPr>
        <p:spPr>
          <a:xfrm>
            <a:off x="348343" y="1305342"/>
            <a:ext cx="8284028" cy="2308324"/>
          </a:xfrm>
          <a:prstGeom prst="rect">
            <a:avLst/>
          </a:prstGeom>
          <a:noFill/>
        </p:spPr>
        <p:txBody>
          <a:bodyPr wrap="square">
            <a:spAutoFit/>
          </a:bodyPr>
          <a:lstStyle/>
          <a:p>
            <a:r>
              <a:rPr lang="es-ES" dirty="0"/>
              <a:t>En conclusión, VALIDGATE propone una solución tecnológica para fortalecer el control de ingreso, salida y retiro de estudiantes.</a:t>
            </a:r>
          </a:p>
          <a:p>
            <a:endParaRPr lang="es-ES" dirty="0"/>
          </a:p>
          <a:p>
            <a:r>
              <a:rPr lang="es-ES" dirty="0"/>
              <a:t>El sistema busca reducir la dependencia de procesos manuales, mejorar la validación de identidad y asegurar trazabilidad en cada evento.</a:t>
            </a:r>
          </a:p>
          <a:p>
            <a:endParaRPr lang="es-ES" dirty="0"/>
          </a:p>
          <a:p>
            <a:r>
              <a:rPr lang="es-ES" dirty="0"/>
              <a:t>La siguiente etapa será continuar con el desarrollo y validación del prototipo en escenarios controlados para finalmente probar en una institución pequeña interesada.</a:t>
            </a:r>
          </a:p>
        </p:txBody>
      </p:sp>
    </p:spTree>
    <p:extLst>
      <p:ext uri="{BB962C8B-B14F-4D97-AF65-F5344CB8AC3E}">
        <p14:creationId xmlns:p14="http://schemas.microsoft.com/office/powerpoint/2010/main" val="26439966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2B317C2F-A7CD-0D98-0C45-C5AA7532A310}"/>
            </a:ext>
          </a:extLst>
        </p:cNvPr>
        <p:cNvGrpSpPr/>
        <p:nvPr/>
      </p:nvGrpSpPr>
      <p:grpSpPr>
        <a:xfrm>
          <a:off x="0" y="0"/>
          <a:ext cx="0" cy="0"/>
          <a:chOff x="0" y="0"/>
          <a:chExt cx="0" cy="0"/>
        </a:xfrm>
      </p:grpSpPr>
      <p:sp>
        <p:nvSpPr>
          <p:cNvPr id="11" name="CuadroTexto 10">
            <a:extLst>
              <a:ext uri="{FF2B5EF4-FFF2-40B4-BE49-F238E27FC236}">
                <a16:creationId xmlns:a16="http://schemas.microsoft.com/office/drawing/2014/main" id="{60D93E29-9424-3969-0C17-2D694D28584D}"/>
              </a:ext>
            </a:extLst>
          </p:cNvPr>
          <p:cNvSpPr txBox="1"/>
          <p:nvPr/>
        </p:nvSpPr>
        <p:spPr>
          <a:xfrm>
            <a:off x="805543" y="3093343"/>
            <a:ext cx="7772400" cy="707886"/>
          </a:xfrm>
          <a:prstGeom prst="rect">
            <a:avLst/>
          </a:prstGeom>
          <a:noFill/>
        </p:spPr>
        <p:txBody>
          <a:bodyPr wrap="square" lIns="91440" tIns="45720" rIns="91440" bIns="45720" rtlCol="0" anchor="t">
            <a:spAutoFit/>
          </a:bodyPr>
          <a:lstStyle/>
          <a:p>
            <a:r>
              <a:rPr lang="es-ES" sz="4000" dirty="0">
                <a:solidFill>
                  <a:schemeClr val="bg1"/>
                </a:solidFill>
                <a:ea typeface="+mn-lt"/>
                <a:cs typeface="+mn-lt"/>
              </a:rPr>
              <a:t>¡MUCHAS GRACIAS POR SU TIEMPO!</a:t>
            </a:r>
            <a:endParaRPr lang="en-US" dirty="0">
              <a:solidFill>
                <a:schemeClr val="bg1"/>
              </a:solidFill>
              <a:ea typeface="Calibri"/>
              <a:cs typeface="Calibri"/>
            </a:endParaRPr>
          </a:p>
        </p:txBody>
      </p:sp>
      <p:pic>
        <p:nvPicPr>
          <p:cNvPr id="10" name="Imagen 9">
            <a:extLst>
              <a:ext uri="{FF2B5EF4-FFF2-40B4-BE49-F238E27FC236}">
                <a16:creationId xmlns:a16="http://schemas.microsoft.com/office/drawing/2014/main" id="{ADEBEDF1-7394-5D30-C08B-E66E5E8063FF}"/>
              </a:ext>
            </a:extLst>
          </p:cNvPr>
          <p:cNvPicPr>
            <a:picLocks noChangeAspect="1"/>
          </p:cNvPicPr>
          <p:nvPr/>
        </p:nvPicPr>
        <p:blipFill rotWithShape="1">
          <a:blip r:embed="rId4">
            <a:extLst>
              <a:ext uri="{28A0092B-C50C-407E-A947-70E740481C1C}">
                <a14:useLocalDpi xmlns:a14="http://schemas.microsoft.com/office/drawing/2010/main" val="0"/>
              </a:ext>
            </a:extLst>
          </a:blip>
          <a:srcRect t="25505" b="24764"/>
          <a:stretch/>
        </p:blipFill>
        <p:spPr>
          <a:xfrm>
            <a:off x="-14013" y="0"/>
            <a:ext cx="9172026" cy="1435697"/>
          </a:xfrm>
          <a:prstGeom prst="rect">
            <a:avLst/>
          </a:prstGeom>
        </p:spPr>
      </p:pic>
      <p:pic>
        <p:nvPicPr>
          <p:cNvPr id="15" name="Imagen 14">
            <a:extLst>
              <a:ext uri="{FF2B5EF4-FFF2-40B4-BE49-F238E27FC236}">
                <a16:creationId xmlns:a16="http://schemas.microsoft.com/office/drawing/2014/main" id="{DC4E34D5-3752-EC13-1B65-F819DECBCBC9}"/>
              </a:ext>
            </a:extLst>
          </p:cNvPr>
          <p:cNvPicPr>
            <a:picLocks noChangeAspect="1"/>
          </p:cNvPicPr>
          <p:nvPr/>
        </p:nvPicPr>
        <p:blipFill rotWithShape="1">
          <a:blip r:embed="rId4">
            <a:extLst>
              <a:ext uri="{28A0092B-C50C-407E-A947-70E740481C1C}">
                <a14:useLocalDpi xmlns:a14="http://schemas.microsoft.com/office/drawing/2010/main" val="0"/>
              </a:ext>
            </a:extLst>
          </a:blip>
          <a:srcRect l="-153" t="46510" r="153" b="5990"/>
          <a:stretch/>
        </p:blipFill>
        <p:spPr>
          <a:xfrm>
            <a:off x="-14013" y="5486719"/>
            <a:ext cx="9172026" cy="1371281"/>
          </a:xfrm>
          <a:prstGeom prst="rect">
            <a:avLst/>
          </a:prstGeom>
        </p:spPr>
      </p:pic>
    </p:spTree>
    <p:extLst>
      <p:ext uri="{BB962C8B-B14F-4D97-AF65-F5344CB8AC3E}">
        <p14:creationId xmlns:p14="http://schemas.microsoft.com/office/powerpoint/2010/main" val="556996668"/>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6280</TotalTime>
  <Words>5126</Words>
  <Application>Microsoft Office PowerPoint</Application>
  <PresentationFormat>Carta (216 x 279 mm)</PresentationFormat>
  <Paragraphs>668</Paragraphs>
  <Slides>29</Slides>
  <Notes>29</Notes>
  <HiddenSlides>1</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29</vt:i4>
      </vt:variant>
    </vt:vector>
  </HeadingPairs>
  <TitlesOfParts>
    <vt:vector size="36" baseType="lpstr">
      <vt:lpstr>Gungsuh</vt:lpstr>
      <vt:lpstr>Aptos Narrow</vt:lpstr>
      <vt:lpstr>Arial</vt:lpstr>
      <vt:lpstr>Bookman Old Style</vt:lpstr>
      <vt:lpstr>Calibri</vt:lpstr>
      <vt:lpstr>Calibri Light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Usuario de Microsoft Office</dc:creator>
  <cp:lastModifiedBy>REYES BETTANCOURT MATÍAS I</cp:lastModifiedBy>
  <cp:revision>27</cp:revision>
  <dcterms:created xsi:type="dcterms:W3CDTF">2018-06-26T20:44:09Z</dcterms:created>
  <dcterms:modified xsi:type="dcterms:W3CDTF">2026-08-22T19:13:08Z</dcterms:modified>
</cp:coreProperties>
</file>